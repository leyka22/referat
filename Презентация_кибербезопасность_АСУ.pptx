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8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735763" cy="9869488"/>
  <p:embeddedFontLst>
    <p:embeddedFont>
      <p:font typeface="PT Sans"/>
      <p:regular r:id="rId14"/>
      <p:bold r:id="rId15"/>
      <p:italic r:id="rId16"/>
      <p:boldItalic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PT_Sans_Regular.fntdata"/><Relationship Id="rId15" Type="http://schemas.openxmlformats.org/officeDocument/2006/relationships/font" Target="fonts/Font_2_PT_Sans_Bold.fntdata"/><Relationship Id="rId16" Type="http://schemas.openxmlformats.org/officeDocument/2006/relationships/font" Target="fonts/Font_3_PT_Sans_Italic.fntdata"/><Relationship Id="rId17" Type="http://schemas.openxmlformats.org/officeDocument/2006/relationships/font" Target="fonts/Font_4_PT_Sans_BoldItalic.fntdata"/><Relationship Id="rId1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Доля, %</c:v>
                </c:pt>
              </c:strCache>
            </c:strRef>
          </c:tx>
          <c:spPr>
            <a:solidFill>
              <a:srgbClr val="05336E"/>
            </a:solidFill>
            <a:ln w="0">
              <a:noFill/>
            </a:ln>
          </c:spPr>
          <c:invertIfNegative val="0"/>
          <c:dLbls>
            <c:numFmt formatCode="0.00\%" sourceLinked="0"/>
            <c:txPr>
              <a:bodyPr wrap="square"/>
              <a:lstStyle/>
              <a:p>
                <a:pPr>
                  <a:defRPr sz="2400" b="1" u="none" strike="noStrike">
                    <a:solidFill>
                      <a:srgbClr val="05336E"/>
                    </a:solidFill>
                    <a:uFillTx/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Интернет</c:v>
                </c:pt>
                <c:pt idx="1">
                  <c:v>Почтовые клиенты</c:v>
                </c:pt>
                <c:pt idx="2">
                  <c:v>Съёмные носители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7.67</c:v>
                </c:pt>
                <c:pt idx="1">
                  <c:v>2.76</c:v>
                </c:pt>
                <c:pt idx="2">
                  <c:v>0.31</c:v>
                </c:pt>
              </c:numCache>
            </c:numRef>
          </c:val>
        </c:ser>
        <c:gapWidth val="55"/>
        <c:overlap val="0"/>
        <c:axId val="39669707"/>
        <c:axId val="93786898"/>
      </c:barChart>
      <c:catAx>
        <c:axId val="39669707"/>
        <c:scaling>
          <c:orientation val="maxMin"/>
        </c:scaling>
        <c:delete val="0"/>
        <c:axPos val="b"/>
        <c:numFmt formatCode="[$-419]dd/mm/yyyy" sourceLinked="1"/>
        <c:majorTickMark val="out"/>
        <c:minorTickMark val="none"/>
        <c:tickLblPos val="nextTo"/>
        <c:spPr>
          <a:ln w="9360">
            <a:solidFill>
              <a:srgbClr val="5B6F8F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5336E"/>
                </a:solidFill>
                <a:uFillTx/>
                <a:latin typeface="Times New Roman"/>
              </a:defRPr>
            </a:pPr>
          </a:p>
        </c:txPr>
        <c:crossAx val="93786898"/>
        <c:crosses val="autoZero"/>
        <c:auto val="1"/>
        <c:lblAlgn val="ctr"/>
        <c:lblOffset val="100"/>
        <c:noMultiLvlLbl val="0"/>
      </c:catAx>
      <c:valAx>
        <c:axId val="93786898"/>
        <c:scaling>
          <c:orientation val="minMax"/>
          <c:max val="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9360">
            <a:solidFill>
              <a:srgbClr val="868BA0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5336E"/>
                </a:solidFill>
                <a:uFillTx/>
                <a:latin typeface="Times New Roman"/>
              </a:defRPr>
            </a:pPr>
          </a:p>
        </c:txPr>
        <c:crossAx val="39669707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B311C9-75E0-4834-90DD-45558B57796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Здравствуйте! Тема моего реферата — кибербезопасность автоматизированных систем управления: концепция, создание и практическое применение. Кратко расскажу, чем защита АСУ отличается от защиты обычных офисных систем, как строится система защиты и какие угрозы мы наблюдаем сегодня.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Цель работы — показать, как устроена кибербезопасность АСУ: от идеи до практики. Для этого решаются три задачи. Первая — раскрыть основные понятия и нормативную базу. Вторая — разобрать, как создаётся система защиты и какую роль играет оценка рисков. Третья — проанализировать современную статистику угроз и вытекающие из неё меры защиты.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АСУ — это программно-аппаратные комплексы, которые управляют физическим оборудованием: SCADA-серверы, рабочие станции операторов, контроллеры. По технологиям они всё больше похожи на обычные ИТ-системы, но концепция защиты принципиально другая. В офисной сети главное — конфиденциальность данных, а на производстве — непрерывность и целостность технологического процесса. Поэтому готовые офисные решения нельзя переносить механически. Пример из ГОСТ: блокировка учётной записи после неудачных попыток входа в офисе — норма, а на промышленной площадке может помешать настоящему оператору в критический момент. Отсюда главный принцип: защитные меры не должны сами создавать угрозу остановки производства.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9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E69B53-080D-4269-A4B8-82536B19CEB5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Поскольку аварии на промышленных объектах затрагивают жизнь людей и экологию, защита АСУ закреплена нормативно. В России ключевой документ — приказ ФСТЭК № 31: защита информации здесь нужна для штатного функционирования АСУ и снижения рисков вмешательства в техпроцесс. Если АСУ признана значимым объектом критической информационной инфраструктуры, действуют приказы № 235 и № 239. На уровне процессов — ГОСТ Р МЭК 62443-2-1-2015: он рассматривает кибербезопасность как сочетание политик, процедур, практики и подготовленного персонала. Общая идея современной базы — от формального выполнения списков требований к риск-ориентированному подходу.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20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FFAD02-CA78-4A09-B36B-1030721B30E3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Создание системы защиты — не разовая установка устройств, а работа на всём жизненном цикле АСУ. Четыре стадии. Первая — формирование требований: определяем значимость объекта, моделируем угрозы, пишем техническое задание. Вторая — проект: схемы сегментации сети, размещение межсетевых экранов, выбор средств, которые не нарушают работу в реальном времени. Третья — внедрение и пусконаладка с испытаниями. Четвёртая — эксплуатация: непрерывный контроль, обновления с предварительным тестированием, управление правами доступа. Стандарт IEC 62443 отмечает, что поддерживать защиту в актуальном состоянии сложнее, чем её спроектировать.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21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AABC89-8B43-458D-B61D-2F91B3147F92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Теперь практика. По данным Kaspersky ICS CERT, в четвёртом квартале 2025 года вредоносные объекты были заблокированы на 19,7 процента компьютеров АСУ в мире — примерно на каждом пятом. В России этот показатель 15,6 процента. Это минимальное значение с 2022 года, но поводом для спокойствия оно не служит: угрозы остаются масштабными.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22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723663-F35E-4583-A6BC-145E8E7B30CA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Основные источники угроз — интернет, почтовые клиенты и съёмные носители. Через интернет атакуются 7,67 процента машин, через почту — 2,76, через съёмные носители — 0,31. Доля угроз на съёмных носителях с 2022 года сократилась в 8,6 раза, но в четвёртом квартале 2025 года выросло число червей в почтовых вложениях: рассылались письма под видом резюме, адресованные HR-менеджерам и рекрутёрам. Вывод: угрозы не исчезают, а меняют маршруты.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3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C4E7002-4D08-4191-B711-9E3CCE8B9EB6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Анализ инцидентов показывает, что одного периметра недостаточно: нужна эшелонированная защита. Первое — строгая сегментация: корпоративная сеть и технологический сегмент разделяются межсетевыми экранами и диодами данных. Второе — политиками блокируются облачные хранилища, мессенджеры и внешние репозитории, которые в технологической сети редко необходимы. Третье — контроль конечных точек и съёмных носителей. Четвёртое — запрет несанкционированного запуска скриптов и командных интерпретаторов, например PowerShell. Любой публичный веб-сервис может стать хранилищем вредоносного ПО, поэтому полагаться нужно на весь стек технологий защиты.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4"/>
          </p:nvPr>
        </p:nvSpPr>
        <p:spPr>
          <a:xfrm>
            <a:off x="3814920" y="9374040"/>
            <a:ext cx="2918880" cy="4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321D97-8785-47EC-A17C-95BAFA6A2F12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Подведу итоги. По концепции: в АСУ защищать нужно прежде всего процесс — его непрерывность и целостность. По созданию: система защиты — это управляемая программа, в основе которой оценка рисков. По практике: угрозы меняют маршруты, поэтому нужна эшелонированная защита. Границы выводов: статистика собрана одним производителем средств защиты, а нормативные документы меняются; естественное направление дальнейшего изучения — требования к значимым объектам КИИ. Итог: в промышленной кибербезопасности нет волшебной кнопки, зато есть работающая дисциплина — оценить риск, выстроить защиту, проверять её и не расслабляться. Спасибо за внимание!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body"/>
          </p:nvPr>
        </p:nvSpPr>
        <p:spPr>
          <a:xfrm>
            <a:off x="673200" y="4749840"/>
            <a:ext cx="5389200" cy="388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Спасибо за внимание! Готов ответить на вопросы.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Img"/>
          </p:nvPr>
        </p:nvSpPr>
        <p:spPr>
          <a:xfrm>
            <a:off x="407880" y="1233360"/>
            <a:ext cx="5919480" cy="333036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120560"/>
            <a:ext cx="10513800" cy="90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lstStyle>
            <a:lvl1pPr indent="0" algn="l">
              <a:buNone/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9880" y="5141880"/>
            <a:ext cx="10513800" cy="986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3537000"/>
            <a:ext cx="10513800" cy="46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87520" y="1449000"/>
            <a:ext cx="1101672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850862-1040-4462-A2B2-41B8085C7E2F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587520" y="635652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87520" y="554760"/>
            <a:ext cx="802296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87520" y="1449000"/>
            <a:ext cx="536436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9880" y="1449000"/>
            <a:ext cx="535572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39579C-161F-4563-84F9-1C3F0501770D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87520" y="635652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заголовка и объект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87520" y="549000"/>
            <a:ext cx="802296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75280" y="1496520"/>
            <a:ext cx="5364360" cy="9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87520" y="2405880"/>
            <a:ext cx="5364360" cy="372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39880" y="1505160"/>
            <a:ext cx="5347440" cy="9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239880" y="2405880"/>
            <a:ext cx="5347440" cy="372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7D2FE2-2128-4A74-B5CA-C8CAD6C39497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body"/>
          </p:nvPr>
        </p:nvSpPr>
        <p:spPr>
          <a:xfrm>
            <a:off x="587520" y="635652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97600" y="545760"/>
            <a:ext cx="8012880" cy="72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159880" y="1449000"/>
            <a:ext cx="644436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97600" y="1449000"/>
            <a:ext cx="427392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60DB0B-2BFC-4AC7-84C2-733BDCF25D37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87520" y="635652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идео + 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475880" y="549000"/>
            <a:ext cx="5219640" cy="98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475880" y="1719000"/>
            <a:ext cx="7289640" cy="440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45;p16"/>
          <p:cNvSpPr/>
          <p:nvPr/>
        </p:nvSpPr>
        <p:spPr>
          <a:xfrm>
            <a:off x="335880" y="2799000"/>
            <a:ext cx="332964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3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НЕ ИСПОЛЬЗОВАТЬ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5"/>
          </p:nvPr>
        </p:nvSpPr>
        <p:spPr>
          <a:xfrm>
            <a:off x="11315880" y="6356520"/>
            <a:ext cx="449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001CBA-EE5E-44CC-B049-9E8993FED9C2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475880" y="6356520"/>
            <a:ext cx="6749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87520" y="558000"/>
            <a:ext cx="8022960" cy="7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pic"/>
          </p:nvPr>
        </p:nvSpPr>
        <p:spPr>
          <a:xfrm>
            <a:off x="5159880" y="1449000"/>
            <a:ext cx="6444360" cy="467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Добавьте изображение двойным щелчком мыши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87520" y="1449000"/>
            <a:ext cx="4284000" cy="467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63FF53-CF1E-49F3-B448-EA891CA6135B}" type="slidenum">
              <a:rPr lang="ru-RU" sz="12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87520" y="635652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34800" y="3840480"/>
            <a:ext cx="11521800" cy="118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ru-RU" sz="2400" b="1" u="none" spc="26" strike="noStrike" cap="all">
                <a:solidFill>
                  <a:srgbClr val="05336E"/>
                </a:solidFill>
                <a:effectLst/>
                <a:uFillTx/>
                <a:latin typeface="Times New Roman"/>
                <a:ea typeface="Times New Roman"/>
              </a:rPr>
              <a:t>Кибербезопасность автоматизированных систем управления: концепция, создание, практическое применение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2880000" y="5074920"/>
            <a:ext cx="9067320" cy="108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spAutoFit/>
          </a:bodyPr>
          <a:p>
            <a:pPr indent="0"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Times New Roman"/>
              </a:rPr>
              <a:t>Студент: Пивоваров М. И., гр. 6493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Times New Roman"/>
              </a:rPr>
              <a:t>Преподаватель: ассистент каф. САУ Порохненко К. 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0;p1"/>
          <p:cNvSpPr/>
          <p:nvPr/>
        </p:nvSpPr>
        <p:spPr>
          <a:xfrm>
            <a:off x="5591880" y="6253920"/>
            <a:ext cx="666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2026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Организация"/>
          <p:cNvSpPr/>
          <p:nvPr/>
        </p:nvSpPr>
        <p:spPr>
          <a:xfrm>
            <a:off x="822960" y="3200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000" b="0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Санкт-Петербургский государственный электротехнический университет «ЛЭТИ» им. В. И. Ульянова (Ленина)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260000" y="180000"/>
            <a:ext cx="9720000" cy="5965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Санкт-Петербургский государственный электротехнический университет им. В.И. Ульянова (Ленина)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Num" idx="1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587520" y="53388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Цель: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7;p4"/>
          <p:cNvSpPr/>
          <p:nvPr/>
        </p:nvSpPr>
        <p:spPr>
          <a:xfrm>
            <a:off x="587520" y="2240280"/>
            <a:ext cx="79084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lang="ru-RU" sz="36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Задачи: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Цель"/>
          <p:cNvSpPr/>
          <p:nvPr/>
        </p:nvSpPr>
        <p:spPr>
          <a:xfrm>
            <a:off x="585360" y="1280160"/>
            <a:ext cx="1088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6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Показать, как устроена кибербезопасность АСУ — от концепции до практики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Задача 1"/>
          <p:cNvSpPr/>
          <p:nvPr/>
        </p:nvSpPr>
        <p:spPr>
          <a:xfrm>
            <a:off x="585360" y="3154680"/>
            <a:ext cx="10881000" cy="8042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" name="Номер 1"/>
          <p:cNvSpPr/>
          <p:nvPr/>
        </p:nvSpPr>
        <p:spPr>
          <a:xfrm>
            <a:off x="768240" y="324612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Текст задачи 1"/>
          <p:cNvSpPr/>
          <p:nvPr/>
        </p:nvSpPr>
        <p:spPr>
          <a:xfrm>
            <a:off x="1600200" y="3154680"/>
            <a:ext cx="9692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Раскрыть основные понятия и нормативную базу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Задача 2"/>
          <p:cNvSpPr/>
          <p:nvPr/>
        </p:nvSpPr>
        <p:spPr>
          <a:xfrm>
            <a:off x="585360" y="4114800"/>
            <a:ext cx="10881000" cy="8042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" name="Номер 2"/>
          <p:cNvSpPr/>
          <p:nvPr/>
        </p:nvSpPr>
        <p:spPr>
          <a:xfrm>
            <a:off x="768240" y="420624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Текст задачи 2"/>
          <p:cNvSpPr/>
          <p:nvPr/>
        </p:nvSpPr>
        <p:spPr>
          <a:xfrm>
            <a:off x="1600200" y="4114800"/>
            <a:ext cx="9692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Разобрать создание системы защиты и роль оценки рисков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Задача 3"/>
          <p:cNvSpPr/>
          <p:nvPr/>
        </p:nvSpPr>
        <p:spPr>
          <a:xfrm>
            <a:off x="585360" y="5074920"/>
            <a:ext cx="10881000" cy="8042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9" name="Номер 3"/>
          <p:cNvSpPr/>
          <p:nvPr/>
        </p:nvSpPr>
        <p:spPr>
          <a:xfrm>
            <a:off x="768240" y="516636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Текст задачи 3"/>
          <p:cNvSpPr/>
          <p:nvPr/>
        </p:nvSpPr>
        <p:spPr>
          <a:xfrm>
            <a:off x="1600200" y="5074920"/>
            <a:ext cx="9692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Проанализировать статистику угроз и меры защиты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Num" idx="11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985360-5642-44C9-AFAE-2925463E1110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Чем АСУ отличается от офисной ИТ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Карточка Офисная ИТ"/>
          <p:cNvSpPr/>
          <p:nvPr/>
        </p:nvSpPr>
        <p:spPr>
          <a:xfrm>
            <a:off x="585360" y="1371600"/>
            <a:ext cx="5412960" cy="36572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" name="Шапка Офисная ИТ"/>
          <p:cNvSpPr/>
          <p:nvPr/>
        </p:nvSpPr>
        <p:spPr>
          <a:xfrm>
            <a:off x="585360" y="1371600"/>
            <a:ext cx="5412960" cy="685440"/>
          </a:xfrm>
          <a:prstGeom prst="roundRect">
            <a:avLst>
              <a:gd name="adj" fmla="val 15000"/>
            </a:avLst>
          </a:prstGeom>
          <a:solidFill>
            <a:srgbClr val="5B6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6" name="Заголовок Офисная ИТ"/>
          <p:cNvSpPr/>
          <p:nvPr/>
        </p:nvSpPr>
        <p:spPr>
          <a:xfrm>
            <a:off x="585360" y="1371600"/>
            <a:ext cx="5412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Офисная ИТ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Офисная ИТ пункт 1"/>
          <p:cNvSpPr/>
          <p:nvPr/>
        </p:nvSpPr>
        <p:spPr>
          <a:xfrm>
            <a:off x="813960" y="219456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Главное — конфиденциальность данных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Офисная ИТ пункт 2"/>
          <p:cNvSpPr/>
          <p:nvPr/>
        </p:nvSpPr>
        <p:spPr>
          <a:xfrm>
            <a:off x="813960" y="312732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Простой — потеря времени и денег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Офисная ИТ пункт 3"/>
          <p:cNvSpPr/>
          <p:nvPr/>
        </p:nvSpPr>
        <p:spPr>
          <a:xfrm>
            <a:off x="813960" y="406008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Готовые средства защиты подходят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Карточка АСУ"/>
          <p:cNvSpPr/>
          <p:nvPr/>
        </p:nvSpPr>
        <p:spPr>
          <a:xfrm>
            <a:off x="6199560" y="1371600"/>
            <a:ext cx="5412960" cy="36572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1" name="Шапка АСУ"/>
          <p:cNvSpPr/>
          <p:nvPr/>
        </p:nvSpPr>
        <p:spPr>
          <a:xfrm>
            <a:off x="6199560" y="1371600"/>
            <a:ext cx="5412960" cy="685440"/>
          </a:xfrm>
          <a:prstGeom prst="roundRect">
            <a:avLst>
              <a:gd name="adj" fmla="val 1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2" name="Заголовок АСУ"/>
          <p:cNvSpPr/>
          <p:nvPr/>
        </p:nvSpPr>
        <p:spPr>
          <a:xfrm>
            <a:off x="6199560" y="1371600"/>
            <a:ext cx="5412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АСУ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АСУ пункт 1"/>
          <p:cNvSpPr/>
          <p:nvPr/>
        </p:nvSpPr>
        <p:spPr>
          <a:xfrm>
            <a:off x="6428160" y="219456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Главное — непрерывность и целостность процесса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АСУ пункт 2"/>
          <p:cNvSpPr/>
          <p:nvPr/>
        </p:nvSpPr>
        <p:spPr>
          <a:xfrm>
            <a:off x="6428160" y="312732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Сбой — угроза людям, производству, экологии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АСУ пункт 3"/>
          <p:cNvSpPr/>
          <p:nvPr/>
        </p:nvSpPr>
        <p:spPr>
          <a:xfrm>
            <a:off x="6428160" y="406008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Меры сначала проверяют на влияние на процесс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Вывод"/>
          <p:cNvSpPr/>
          <p:nvPr/>
        </p:nvSpPr>
        <p:spPr>
          <a:xfrm>
            <a:off x="585360" y="5212080"/>
            <a:ext cx="11027160" cy="73116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Текст вывода"/>
          <p:cNvSpPr/>
          <p:nvPr/>
        </p:nvSpPr>
        <p:spPr>
          <a:xfrm>
            <a:off x="585360" y="5212080"/>
            <a:ext cx="1102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Защита не должна сама остановить производство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Num" idx="12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CC5777-B8BA-4E1C-9DC9-689AAB93131E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Нормативная база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Карточка 1"/>
          <p:cNvSpPr/>
          <p:nvPr/>
        </p:nvSpPr>
        <p:spPr>
          <a:xfrm>
            <a:off x="585360" y="1371600"/>
            <a:ext cx="351108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Номер 1"/>
          <p:cNvSpPr/>
          <p:nvPr/>
        </p:nvSpPr>
        <p:spPr>
          <a:xfrm>
            <a:off x="81396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Документ 1"/>
          <p:cNvSpPr/>
          <p:nvPr/>
        </p:nvSpPr>
        <p:spPr>
          <a:xfrm>
            <a:off x="768240" y="233172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Приказ ФСТЭК № 31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Описание 1"/>
          <p:cNvSpPr/>
          <p:nvPr/>
        </p:nvSpPr>
        <p:spPr>
          <a:xfrm>
            <a:off x="768240" y="338328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Защита АСУ на критически важных объектах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Карточка 2"/>
          <p:cNvSpPr/>
          <p:nvPr/>
        </p:nvSpPr>
        <p:spPr>
          <a:xfrm>
            <a:off x="4343400" y="1371600"/>
            <a:ext cx="351108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Номер 2"/>
          <p:cNvSpPr/>
          <p:nvPr/>
        </p:nvSpPr>
        <p:spPr>
          <a:xfrm>
            <a:off x="457200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Документ 2"/>
          <p:cNvSpPr/>
          <p:nvPr/>
        </p:nvSpPr>
        <p:spPr>
          <a:xfrm>
            <a:off x="4526280" y="233172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ГОСТ Р МЭК 62443-2-1-2015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Описание 2"/>
          <p:cNvSpPr/>
          <p:nvPr/>
        </p:nvSpPr>
        <p:spPr>
          <a:xfrm>
            <a:off x="4526280" y="338328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Защита — это процесс, а не набор устройств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Карточка 3"/>
          <p:cNvSpPr/>
          <p:nvPr/>
        </p:nvSpPr>
        <p:spPr>
          <a:xfrm>
            <a:off x="8101440" y="1371600"/>
            <a:ext cx="351108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0" name="Номер 3"/>
          <p:cNvSpPr/>
          <p:nvPr/>
        </p:nvSpPr>
        <p:spPr>
          <a:xfrm>
            <a:off x="833004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Документ 3"/>
          <p:cNvSpPr/>
          <p:nvPr/>
        </p:nvSpPr>
        <p:spPr>
          <a:xfrm>
            <a:off x="8284320" y="233172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Приказы ФСТЭК № 235 и № 239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Описание 3"/>
          <p:cNvSpPr/>
          <p:nvPr/>
        </p:nvSpPr>
        <p:spPr>
          <a:xfrm>
            <a:off x="8284320" y="338328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Требования к значимым объектам КИИ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Вывод"/>
          <p:cNvSpPr/>
          <p:nvPr/>
        </p:nvSpPr>
        <p:spPr>
          <a:xfrm>
            <a:off x="585360" y="5120640"/>
            <a:ext cx="11027160" cy="82260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4" name="Текст вывода"/>
          <p:cNvSpPr/>
          <p:nvPr/>
        </p:nvSpPr>
        <p:spPr>
          <a:xfrm>
            <a:off x="585360" y="5120640"/>
            <a:ext cx="1102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Риск-ориентированный подход вместо формального выполнения требований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Num" idx="13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CF074B-96E5-4B9F-B634-7C86D0FD2C6F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Создание системы защиты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Этап 1"/>
          <p:cNvSpPr/>
          <p:nvPr/>
        </p:nvSpPr>
        <p:spPr>
          <a:xfrm>
            <a:off x="585360" y="1371600"/>
            <a:ext cx="255996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9" name="Номер 1"/>
          <p:cNvSpPr/>
          <p:nvPr/>
        </p:nvSpPr>
        <p:spPr>
          <a:xfrm>
            <a:off x="154548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Этап 1 название"/>
          <p:cNvSpPr/>
          <p:nvPr/>
        </p:nvSpPr>
        <p:spPr>
          <a:xfrm>
            <a:off x="676800" y="23774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Требования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Этап 1 описание"/>
          <p:cNvSpPr/>
          <p:nvPr/>
        </p:nvSpPr>
        <p:spPr>
          <a:xfrm>
            <a:off x="722520" y="3017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Угрозы и техническое задание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Стрелка 1"/>
          <p:cNvSpPr/>
          <p:nvPr/>
        </p:nvSpPr>
        <p:spPr>
          <a:xfrm>
            <a:off x="3163680" y="301752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3" name="Этап 2"/>
          <p:cNvSpPr/>
          <p:nvPr/>
        </p:nvSpPr>
        <p:spPr>
          <a:xfrm>
            <a:off x="3401640" y="1371600"/>
            <a:ext cx="255996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4" name="Номер 2"/>
          <p:cNvSpPr/>
          <p:nvPr/>
        </p:nvSpPr>
        <p:spPr>
          <a:xfrm>
            <a:off x="436176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Этап 2 название"/>
          <p:cNvSpPr/>
          <p:nvPr/>
        </p:nvSpPr>
        <p:spPr>
          <a:xfrm>
            <a:off x="3493080" y="23774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Проект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Этап 2 описание"/>
          <p:cNvSpPr/>
          <p:nvPr/>
        </p:nvSpPr>
        <p:spPr>
          <a:xfrm>
            <a:off x="3538800" y="3017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Сегментация сети, выбор средств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Стрелка 2"/>
          <p:cNvSpPr/>
          <p:nvPr/>
        </p:nvSpPr>
        <p:spPr>
          <a:xfrm>
            <a:off x="5980320" y="301752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8" name="Этап 3"/>
          <p:cNvSpPr/>
          <p:nvPr/>
        </p:nvSpPr>
        <p:spPr>
          <a:xfrm>
            <a:off x="6217920" y="1371600"/>
            <a:ext cx="255996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9" name="Номер 3"/>
          <p:cNvSpPr/>
          <p:nvPr/>
        </p:nvSpPr>
        <p:spPr>
          <a:xfrm>
            <a:off x="717804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Этап 3 название"/>
          <p:cNvSpPr/>
          <p:nvPr/>
        </p:nvSpPr>
        <p:spPr>
          <a:xfrm>
            <a:off x="6309360" y="23774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Внедрение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Этап 3 описание"/>
          <p:cNvSpPr/>
          <p:nvPr/>
        </p:nvSpPr>
        <p:spPr>
          <a:xfrm>
            <a:off x="6355080" y="3017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Монтаж и испытания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Стрелка 3"/>
          <p:cNvSpPr/>
          <p:nvPr/>
        </p:nvSpPr>
        <p:spPr>
          <a:xfrm>
            <a:off x="8796600" y="3017520"/>
            <a:ext cx="23724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3" name="Этап 4"/>
          <p:cNvSpPr/>
          <p:nvPr/>
        </p:nvSpPr>
        <p:spPr>
          <a:xfrm>
            <a:off x="9034200" y="1371600"/>
            <a:ext cx="2559960" cy="35200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4" name="Номер 4"/>
          <p:cNvSpPr/>
          <p:nvPr/>
        </p:nvSpPr>
        <p:spPr>
          <a:xfrm>
            <a:off x="9994320" y="157284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Этап 4 название"/>
          <p:cNvSpPr/>
          <p:nvPr/>
        </p:nvSpPr>
        <p:spPr>
          <a:xfrm>
            <a:off x="9125640" y="237744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Эксплуатация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Этап 4 описание"/>
          <p:cNvSpPr/>
          <p:nvPr/>
        </p:nvSpPr>
        <p:spPr>
          <a:xfrm>
            <a:off x="9171360" y="3017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Контроль и обновления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Вывод"/>
          <p:cNvSpPr/>
          <p:nvPr/>
        </p:nvSpPr>
        <p:spPr>
          <a:xfrm>
            <a:off x="585360" y="5120640"/>
            <a:ext cx="11027160" cy="82260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8" name="Текст вывода"/>
          <p:cNvSpPr/>
          <p:nvPr/>
        </p:nvSpPr>
        <p:spPr>
          <a:xfrm>
            <a:off x="585360" y="5120640"/>
            <a:ext cx="1102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Поддерживать защиту сложнее, чем создать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Num" idx="14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3FEA1B-6962-4A17-BA36-1252849D5B57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Угрозы АСУ в цифрах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Показатель 1"/>
          <p:cNvSpPr/>
          <p:nvPr/>
        </p:nvSpPr>
        <p:spPr>
          <a:xfrm>
            <a:off x="585360" y="1371600"/>
            <a:ext cx="5412960" cy="384012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3" name="Число 1"/>
          <p:cNvSpPr/>
          <p:nvPr/>
        </p:nvSpPr>
        <p:spPr>
          <a:xfrm>
            <a:off x="585360" y="1737360"/>
            <a:ext cx="5412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8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19,7 %</a:t>
            </a:r>
            <a:endParaRPr lang="ru-RU" sz="8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Подпись 1"/>
          <p:cNvSpPr/>
          <p:nvPr/>
        </p:nvSpPr>
        <p:spPr>
          <a:xfrm>
            <a:off x="905400" y="3337560"/>
            <a:ext cx="47545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6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компьютеров АСУ в мире — примерно каждый пятый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Показатель 2"/>
          <p:cNvSpPr/>
          <p:nvPr/>
        </p:nvSpPr>
        <p:spPr>
          <a:xfrm>
            <a:off x="6199560" y="1371600"/>
            <a:ext cx="5412960" cy="384012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6" name="Число 2"/>
          <p:cNvSpPr/>
          <p:nvPr/>
        </p:nvSpPr>
        <p:spPr>
          <a:xfrm>
            <a:off x="6199560" y="1737360"/>
            <a:ext cx="5412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88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15,6 %</a:t>
            </a:r>
            <a:endParaRPr lang="ru-RU" sz="8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Подпись 2"/>
          <p:cNvSpPr/>
          <p:nvPr/>
        </p:nvSpPr>
        <p:spPr>
          <a:xfrm>
            <a:off x="6519600" y="3337560"/>
            <a:ext cx="47545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6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компьютеров АСУ в России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Источник"/>
          <p:cNvSpPr/>
          <p:nvPr/>
        </p:nvSpPr>
        <p:spPr>
          <a:xfrm>
            <a:off x="585360" y="5394960"/>
            <a:ext cx="1102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5B6F8F"/>
                </a:solidFill>
                <a:effectLst/>
                <a:uFillTx/>
                <a:latin typeface="Times New Roman"/>
                <a:ea typeface="Arial"/>
              </a:rPr>
              <a:t>IV квартал 2025 г. Источник: Kaspersky ICS CERT [4]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15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C15DEE-C7E6-47EF-A9E1-A992DBCC2209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Откуда приходят угрозы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Подпись графика"/>
          <p:cNvSpPr/>
          <p:nvPr/>
        </p:nvSpPr>
        <p:spPr>
          <a:xfrm>
            <a:off x="585360" y="132588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Доля атакованных компьютеров АСУ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Диаграмма: источники угроз"/>
          <p:cNvGraphicFramePr/>
          <p:nvPr/>
        </p:nvGraphicFramePr>
        <p:xfrm>
          <a:off x="585360" y="1828800"/>
          <a:ext cx="658332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4" name="Врезка 1"/>
          <p:cNvSpPr/>
          <p:nvPr/>
        </p:nvSpPr>
        <p:spPr>
          <a:xfrm>
            <a:off x="7498080" y="1371600"/>
            <a:ext cx="4114440" cy="21484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5" name="Число 1"/>
          <p:cNvSpPr/>
          <p:nvPr/>
        </p:nvSpPr>
        <p:spPr>
          <a:xfrm>
            <a:off x="7589520" y="146304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4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8,6×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Подпись 1"/>
          <p:cNvSpPr/>
          <p:nvPr/>
        </p:nvSpPr>
        <p:spPr>
          <a:xfrm>
            <a:off x="7635240" y="2286000"/>
            <a:ext cx="3840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меньше угроз со съёмных носителей, чем в 2022 г.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Врезка 2"/>
          <p:cNvSpPr/>
          <p:nvPr/>
        </p:nvSpPr>
        <p:spPr>
          <a:xfrm>
            <a:off x="7498080" y="3703320"/>
            <a:ext cx="4114440" cy="21484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" name="Число 2"/>
          <p:cNvSpPr/>
          <p:nvPr/>
        </p:nvSpPr>
        <p:spPr>
          <a:xfrm>
            <a:off x="7589520" y="379476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4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1,60 %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Подпись 2"/>
          <p:cNvSpPr/>
          <p:nvPr/>
        </p:nvSpPr>
        <p:spPr>
          <a:xfrm>
            <a:off x="7635240" y="4617720"/>
            <a:ext cx="3840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 algn="ctr">
              <a:lnSpc>
                <a:spcPct val="100000"/>
              </a:lnSpc>
            </a:pP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червей в почтовых вложениях: фишинг под видом резюме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Num" idx="16"/>
          </p:nvPr>
        </p:nvSpPr>
        <p:spPr>
          <a:xfrm>
            <a:off x="8610480" y="625680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F5765C-BDAB-4FDC-93ED-D331D1663BA9}" type="slidenum">
              <a:rPr lang="ru-RU" sz="1400" b="1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2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title"/>
          </p:nvPr>
        </p:nvSpPr>
        <p:spPr>
          <a:xfrm>
            <a:off x="587520" y="536400"/>
            <a:ext cx="7908480" cy="73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Эшелонированная защита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Мера 1"/>
          <p:cNvSpPr/>
          <p:nvPr/>
        </p:nvSpPr>
        <p:spPr>
          <a:xfrm>
            <a:off x="585360" y="1371600"/>
            <a:ext cx="5412960" cy="16912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" name="Номер 1"/>
          <p:cNvSpPr/>
          <p:nvPr/>
        </p:nvSpPr>
        <p:spPr>
          <a:xfrm>
            <a:off x="786240" y="160020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Мера 1 название"/>
          <p:cNvSpPr/>
          <p:nvPr/>
        </p:nvSpPr>
        <p:spPr>
          <a:xfrm>
            <a:off x="1591200" y="148140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Сегментация сети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Мера 1 описание"/>
          <p:cNvSpPr/>
          <p:nvPr/>
        </p:nvSpPr>
        <p:spPr>
          <a:xfrm>
            <a:off x="1591200" y="2011680"/>
            <a:ext cx="4297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ИТ и технологический сегмент — отдельно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Мера 2"/>
          <p:cNvSpPr/>
          <p:nvPr/>
        </p:nvSpPr>
        <p:spPr>
          <a:xfrm>
            <a:off x="6199560" y="1371600"/>
            <a:ext cx="5412960" cy="16912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8" name="Номер 2"/>
          <p:cNvSpPr/>
          <p:nvPr/>
        </p:nvSpPr>
        <p:spPr>
          <a:xfrm>
            <a:off x="6400800" y="160020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Мера 2 название"/>
          <p:cNvSpPr/>
          <p:nvPr/>
        </p:nvSpPr>
        <p:spPr>
          <a:xfrm>
            <a:off x="7205400" y="148140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Ограничение служб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Мера 2 описание"/>
          <p:cNvSpPr/>
          <p:nvPr/>
        </p:nvSpPr>
        <p:spPr>
          <a:xfrm>
            <a:off x="7205400" y="2011680"/>
            <a:ext cx="4297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Облачные хранилища и мессенджеры — под запрет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Мера 3"/>
          <p:cNvSpPr/>
          <p:nvPr/>
        </p:nvSpPr>
        <p:spPr>
          <a:xfrm>
            <a:off x="585360" y="3246120"/>
            <a:ext cx="5412960" cy="16912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" name="Номер 3"/>
          <p:cNvSpPr/>
          <p:nvPr/>
        </p:nvSpPr>
        <p:spPr>
          <a:xfrm>
            <a:off x="786240" y="347472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Мера 3 название"/>
          <p:cNvSpPr/>
          <p:nvPr/>
        </p:nvSpPr>
        <p:spPr>
          <a:xfrm>
            <a:off x="1591200" y="335592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Контроль носителей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Мера 3 описание"/>
          <p:cNvSpPr/>
          <p:nvPr/>
        </p:nvSpPr>
        <p:spPr>
          <a:xfrm>
            <a:off x="1591200" y="3886200"/>
            <a:ext cx="4297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Сканирование флешек, доверенная среда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Мера 4"/>
          <p:cNvSpPr/>
          <p:nvPr/>
        </p:nvSpPr>
        <p:spPr>
          <a:xfrm>
            <a:off x="6199560" y="3246120"/>
            <a:ext cx="5412960" cy="16912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Номер 4"/>
          <p:cNvSpPr/>
          <p:nvPr/>
        </p:nvSpPr>
        <p:spPr>
          <a:xfrm>
            <a:off x="6400800" y="3474720"/>
            <a:ext cx="621360" cy="62136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Мера 4 название"/>
          <p:cNvSpPr/>
          <p:nvPr/>
        </p:nvSpPr>
        <p:spPr>
          <a:xfrm>
            <a:off x="7205400" y="335592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Запрет скриптов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Мера 4 описание"/>
          <p:cNvSpPr/>
          <p:nvPr/>
        </p:nvSpPr>
        <p:spPr>
          <a:xfrm>
            <a:off x="7205400" y="3886200"/>
            <a:ext cx="4297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Блокировка PowerShell и вредоносных ярлыков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Вывод"/>
          <p:cNvSpPr/>
          <p:nvPr/>
        </p:nvSpPr>
        <p:spPr>
          <a:xfrm>
            <a:off x="585360" y="5212080"/>
            <a:ext cx="11027160" cy="73116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0" name="Текст вывода"/>
          <p:cNvSpPr/>
          <p:nvPr/>
        </p:nvSpPr>
        <p:spPr>
          <a:xfrm>
            <a:off x="585360" y="5212080"/>
            <a:ext cx="1102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Полагаться нужно на весь стек защиты, а не только на периметр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10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Google Shape;67;p4"/>
          <p:cNvSpPr/>
          <p:nvPr/>
        </p:nvSpPr>
        <p:spPr>
          <a:xfrm>
            <a:off x="587520" y="533880"/>
            <a:ext cx="704232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lang="ru-RU" sz="3000" b="1" u="none" strike="noStrike" cap="small">
                <a:solidFill>
                  <a:srgbClr val="05336E"/>
                </a:solidFill>
                <a:effectLst/>
                <a:uFillTx/>
                <a:latin typeface="Times New Roman"/>
                <a:ea typeface="PT Sans"/>
              </a:rPr>
              <a:t>Заключение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Вывод 1"/>
          <p:cNvSpPr/>
          <p:nvPr/>
        </p:nvSpPr>
        <p:spPr>
          <a:xfrm>
            <a:off x="585360" y="1371600"/>
            <a:ext cx="11027160" cy="10054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5" name="Номер 1"/>
          <p:cNvSpPr/>
          <p:nvPr/>
        </p:nvSpPr>
        <p:spPr>
          <a:xfrm>
            <a:off x="768240" y="155448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Вывод 1 текст"/>
          <p:cNvSpPr/>
          <p:nvPr/>
        </p:nvSpPr>
        <p:spPr>
          <a:xfrm>
            <a:off x="1600200" y="137160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Концепция: </a:t>
            </a: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защищать процесс, а не только данные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Вывод 2"/>
          <p:cNvSpPr/>
          <p:nvPr/>
        </p:nvSpPr>
        <p:spPr>
          <a:xfrm>
            <a:off x="585360" y="2514600"/>
            <a:ext cx="11027160" cy="10054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8" name="Номер 2"/>
          <p:cNvSpPr/>
          <p:nvPr/>
        </p:nvSpPr>
        <p:spPr>
          <a:xfrm>
            <a:off x="768240" y="269748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Вывод 2 текст"/>
          <p:cNvSpPr/>
          <p:nvPr/>
        </p:nvSpPr>
        <p:spPr>
          <a:xfrm>
            <a:off x="1600200" y="251460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Создание: </a:t>
            </a: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оценить риск → выстроить защиту → контролировать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Вывод 3"/>
          <p:cNvSpPr/>
          <p:nvPr/>
        </p:nvSpPr>
        <p:spPr>
          <a:xfrm>
            <a:off x="585360" y="3657600"/>
            <a:ext cx="11027160" cy="100548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1" name="Номер 3"/>
          <p:cNvSpPr/>
          <p:nvPr/>
        </p:nvSpPr>
        <p:spPr>
          <a:xfrm>
            <a:off x="768240" y="3840480"/>
            <a:ext cx="639720" cy="639720"/>
          </a:xfrm>
          <a:prstGeom prst="ellipse">
            <a:avLst/>
          </a:prstGeom>
          <a:solidFill>
            <a:srgbClr val="9A6B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Вывод 3 текст"/>
          <p:cNvSpPr/>
          <p:nvPr/>
        </p:nvSpPr>
        <p:spPr>
          <a:xfrm>
            <a:off x="1600200" y="365760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5336E"/>
                </a:solidFill>
                <a:effectLst/>
                <a:uFillTx/>
                <a:latin typeface="Times New Roman"/>
                <a:ea typeface="Arial"/>
              </a:rPr>
              <a:t>Практика: </a:t>
            </a:r>
            <a:r>
              <a:rPr lang="ru-RU" sz="2400" b="0" u="none" strike="noStrike">
                <a:solidFill>
                  <a:srgbClr val="1F2433"/>
                </a:solidFill>
                <a:effectLst/>
                <a:uFillTx/>
                <a:latin typeface="Times New Roman"/>
                <a:ea typeface="Arial"/>
              </a:rPr>
              <a:t>угрозы меняют маршруты — нужна эшелонированная защита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Итог"/>
          <p:cNvSpPr/>
          <p:nvPr/>
        </p:nvSpPr>
        <p:spPr>
          <a:xfrm>
            <a:off x="585360" y="4937760"/>
            <a:ext cx="11027160" cy="959760"/>
          </a:xfrm>
          <a:prstGeom prst="roundRect">
            <a:avLst>
              <a:gd name="adj" fmla="val 5000"/>
            </a:avLst>
          </a:prstGeom>
          <a:solidFill>
            <a:srgbClr val="0533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4" name="Итоговая фраза"/>
          <p:cNvSpPr/>
          <p:nvPr/>
        </p:nvSpPr>
        <p:spPr>
          <a:xfrm>
            <a:off x="585360" y="4937760"/>
            <a:ext cx="11027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27360" rIns="45720" bIns="27360" anchor="ctr">
            <a:spAutoFit/>
          </a:bodyPr>
          <a:p>
            <a:pPr algn="ctr">
              <a:lnSpc>
                <a:spcPct val="100000"/>
              </a:lnSpc>
            </a:pPr>
            <a:r>
              <a:rPr lang="ru-RU" sz="28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Arial"/>
              </a:rPr>
              <a:t>Нет волшебной кнопки — есть работающая дисциплина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Num" idx="18"/>
          </p:nvPr>
        </p:nvSpPr>
        <p:spPr>
          <a:xfrm>
            <a:off x="860076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888DA2"/>
                </a:solidFill>
                <a:effectLst/>
                <a:uFillTx/>
                <a:latin typeface="PT Sans"/>
                <a:ea typeface="PT Sans"/>
              </a:rPr>
              <a:t>11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Рисунок 6"/>
          <p:cNvSpPr/>
          <p:nvPr/>
        </p:nvSpPr>
        <p:spPr>
          <a:xfrm>
            <a:off x="1221840" y="2072880"/>
            <a:ext cx="10007280" cy="700200"/>
          </a:xfrm>
          <a:custGeom>
            <a:avLst/>
            <a:gdLst>
              <a:gd name="textAreaLeft" fmla="*/ 0 w 10007280"/>
              <a:gd name="textAreaRight" fmla="*/ 10007640 w 10007280"/>
              <a:gd name="textAreaTop" fmla="*/ 0 h 700200"/>
              <a:gd name="textAreaBottom" fmla="*/ 700560 h 700200"/>
            </a:gdLst>
            <a:ahLst/>
            <a:cxnLst/>
            <a:rect l="textAreaLeft" t="textAreaTop" r="textAreaRight" b="textAreaBottom"/>
            <a:pathLst>
              <a:path w="10080393" h="705659">
                <a:moveTo>
                  <a:pt x="9998282" y="541934"/>
                </a:moveTo>
                <a:cubicBezTo>
                  <a:pt x="10020510" y="541934"/>
                  <a:pt x="10039503" y="549814"/>
                  <a:pt x="10055262" y="565572"/>
                </a:cubicBezTo>
                <a:cubicBezTo>
                  <a:pt x="10071021" y="581331"/>
                  <a:pt x="10078900" y="600490"/>
                  <a:pt x="10078900" y="623050"/>
                </a:cubicBezTo>
                <a:cubicBezTo>
                  <a:pt x="10078900" y="645278"/>
                  <a:pt x="10071021" y="664272"/>
                  <a:pt x="10055262" y="680030"/>
                </a:cubicBezTo>
                <a:cubicBezTo>
                  <a:pt x="10039503" y="695789"/>
                  <a:pt x="10020510" y="703669"/>
                  <a:pt x="9998282" y="703669"/>
                </a:cubicBezTo>
                <a:cubicBezTo>
                  <a:pt x="9976053" y="703669"/>
                  <a:pt x="9957060" y="695789"/>
                  <a:pt x="9941302" y="680030"/>
                </a:cubicBezTo>
                <a:cubicBezTo>
                  <a:pt x="9925542" y="664272"/>
                  <a:pt x="9917664" y="645278"/>
                  <a:pt x="9917664" y="623050"/>
                </a:cubicBezTo>
                <a:cubicBezTo>
                  <a:pt x="9917664" y="600822"/>
                  <a:pt x="9925460" y="581746"/>
                  <a:pt x="9941053" y="565821"/>
                </a:cubicBezTo>
                <a:cubicBezTo>
                  <a:pt x="9956645" y="549897"/>
                  <a:pt x="9975722" y="541934"/>
                  <a:pt x="9998282" y="541934"/>
                </a:cubicBezTo>
                <a:close/>
                <a:moveTo>
                  <a:pt x="5498510" y="463804"/>
                </a:moveTo>
                <a:lnTo>
                  <a:pt x="5498510" y="616581"/>
                </a:lnTo>
                <a:cubicBezTo>
                  <a:pt x="5498510" y="632174"/>
                  <a:pt x="5500999" y="643205"/>
                  <a:pt x="5505975" y="649674"/>
                </a:cubicBezTo>
                <a:cubicBezTo>
                  <a:pt x="5510951" y="656144"/>
                  <a:pt x="5521734" y="659378"/>
                  <a:pt x="5538322" y="659378"/>
                </a:cubicBezTo>
                <a:cubicBezTo>
                  <a:pt x="5566190" y="659378"/>
                  <a:pt x="5589911" y="649591"/>
                  <a:pt x="5609485" y="630017"/>
                </a:cubicBezTo>
                <a:cubicBezTo>
                  <a:pt x="5629059" y="610443"/>
                  <a:pt x="5638846" y="585561"/>
                  <a:pt x="5638846" y="555371"/>
                </a:cubicBezTo>
                <a:cubicBezTo>
                  <a:pt x="5638846" y="523521"/>
                  <a:pt x="5627981" y="500298"/>
                  <a:pt x="5606250" y="485700"/>
                </a:cubicBezTo>
                <a:cubicBezTo>
                  <a:pt x="5584520" y="471103"/>
                  <a:pt x="5548607" y="463804"/>
                  <a:pt x="5498510" y="463804"/>
                </a:cubicBezTo>
                <a:close/>
                <a:moveTo>
                  <a:pt x="7985112" y="429467"/>
                </a:moveTo>
                <a:cubicBezTo>
                  <a:pt x="7944968" y="453022"/>
                  <a:pt x="7915110" y="478236"/>
                  <a:pt x="7895536" y="505109"/>
                </a:cubicBezTo>
                <a:cubicBezTo>
                  <a:pt x="7882597" y="523024"/>
                  <a:pt x="7876128" y="541105"/>
                  <a:pt x="7876128" y="559352"/>
                </a:cubicBezTo>
                <a:cubicBezTo>
                  <a:pt x="7876128" y="574613"/>
                  <a:pt x="7881602" y="588049"/>
                  <a:pt x="7892550" y="599661"/>
                </a:cubicBezTo>
                <a:cubicBezTo>
                  <a:pt x="7900844" y="608619"/>
                  <a:pt x="7912456" y="613097"/>
                  <a:pt x="7927385" y="613097"/>
                </a:cubicBezTo>
                <a:cubicBezTo>
                  <a:pt x="7943973" y="613097"/>
                  <a:pt x="7963216" y="603808"/>
                  <a:pt x="7985112" y="585229"/>
                </a:cubicBezTo>
                <a:close/>
                <a:moveTo>
                  <a:pt x="4794237" y="429467"/>
                </a:moveTo>
                <a:cubicBezTo>
                  <a:pt x="4754094" y="453022"/>
                  <a:pt x="4724235" y="478236"/>
                  <a:pt x="4704661" y="505109"/>
                </a:cubicBezTo>
                <a:cubicBezTo>
                  <a:pt x="4691722" y="523024"/>
                  <a:pt x="4685253" y="541105"/>
                  <a:pt x="4685253" y="559352"/>
                </a:cubicBezTo>
                <a:cubicBezTo>
                  <a:pt x="4685253" y="574613"/>
                  <a:pt x="4690727" y="588049"/>
                  <a:pt x="4701675" y="599661"/>
                </a:cubicBezTo>
                <a:cubicBezTo>
                  <a:pt x="4709970" y="608619"/>
                  <a:pt x="4721581" y="613097"/>
                  <a:pt x="4736510" y="613097"/>
                </a:cubicBezTo>
                <a:cubicBezTo>
                  <a:pt x="4753098" y="613097"/>
                  <a:pt x="4772341" y="603808"/>
                  <a:pt x="4794237" y="585229"/>
                </a:cubicBezTo>
                <a:close/>
                <a:moveTo>
                  <a:pt x="1574787" y="429467"/>
                </a:moveTo>
                <a:cubicBezTo>
                  <a:pt x="1534644" y="453022"/>
                  <a:pt x="1504785" y="478236"/>
                  <a:pt x="1485211" y="505109"/>
                </a:cubicBezTo>
                <a:cubicBezTo>
                  <a:pt x="1472273" y="523024"/>
                  <a:pt x="1465803" y="541105"/>
                  <a:pt x="1465803" y="559352"/>
                </a:cubicBezTo>
                <a:cubicBezTo>
                  <a:pt x="1465803" y="574613"/>
                  <a:pt x="1471277" y="588049"/>
                  <a:pt x="1482225" y="599661"/>
                </a:cubicBezTo>
                <a:cubicBezTo>
                  <a:pt x="1490519" y="608619"/>
                  <a:pt x="1502131" y="613097"/>
                  <a:pt x="1517060" y="613097"/>
                </a:cubicBezTo>
                <a:cubicBezTo>
                  <a:pt x="1533649" y="613097"/>
                  <a:pt x="1552891" y="603808"/>
                  <a:pt x="1574787" y="585229"/>
                </a:cubicBezTo>
                <a:close/>
                <a:moveTo>
                  <a:pt x="5498510" y="256287"/>
                </a:moveTo>
                <a:lnTo>
                  <a:pt x="5498510" y="432453"/>
                </a:lnTo>
                <a:cubicBezTo>
                  <a:pt x="5577470" y="430130"/>
                  <a:pt x="5616950" y="400769"/>
                  <a:pt x="5616950" y="344370"/>
                </a:cubicBezTo>
                <a:cubicBezTo>
                  <a:pt x="5616950" y="286643"/>
                  <a:pt x="5577470" y="257282"/>
                  <a:pt x="5498510" y="256287"/>
                </a:cubicBezTo>
                <a:close/>
                <a:moveTo>
                  <a:pt x="3606379" y="246334"/>
                </a:moveTo>
                <a:cubicBezTo>
                  <a:pt x="3589460" y="246334"/>
                  <a:pt x="3574944" y="252720"/>
                  <a:pt x="3562835" y="265493"/>
                </a:cubicBezTo>
                <a:cubicBezTo>
                  <a:pt x="3550726" y="278266"/>
                  <a:pt x="3542764" y="303480"/>
                  <a:pt x="3538948" y="341135"/>
                </a:cubicBezTo>
                <a:cubicBezTo>
                  <a:pt x="3535133" y="378790"/>
                  <a:pt x="3533226" y="431125"/>
                  <a:pt x="3533226" y="498142"/>
                </a:cubicBezTo>
                <a:cubicBezTo>
                  <a:pt x="3533226" y="533640"/>
                  <a:pt x="3535548" y="566816"/>
                  <a:pt x="3540193" y="597670"/>
                </a:cubicBezTo>
                <a:cubicBezTo>
                  <a:pt x="3543842" y="621226"/>
                  <a:pt x="3551639" y="639141"/>
                  <a:pt x="3563582" y="651416"/>
                </a:cubicBezTo>
                <a:cubicBezTo>
                  <a:pt x="3575526" y="663691"/>
                  <a:pt x="3589128" y="669829"/>
                  <a:pt x="3604389" y="669829"/>
                </a:cubicBezTo>
                <a:cubicBezTo>
                  <a:pt x="3619318" y="669829"/>
                  <a:pt x="3631759" y="665682"/>
                  <a:pt x="3641712" y="657388"/>
                </a:cubicBezTo>
                <a:cubicBezTo>
                  <a:pt x="3654651" y="646108"/>
                  <a:pt x="3663276" y="630349"/>
                  <a:pt x="3667589" y="610111"/>
                </a:cubicBezTo>
                <a:cubicBezTo>
                  <a:pt x="3674224" y="578594"/>
                  <a:pt x="3677542" y="514896"/>
                  <a:pt x="3677542" y="419016"/>
                </a:cubicBezTo>
                <a:cubicBezTo>
                  <a:pt x="3677542" y="362617"/>
                  <a:pt x="3674390" y="323883"/>
                  <a:pt x="3668087" y="302816"/>
                </a:cubicBezTo>
                <a:cubicBezTo>
                  <a:pt x="3661783" y="281749"/>
                  <a:pt x="3652494" y="266405"/>
                  <a:pt x="3640219" y="256784"/>
                </a:cubicBezTo>
                <a:cubicBezTo>
                  <a:pt x="3631593" y="249817"/>
                  <a:pt x="3620314" y="246334"/>
                  <a:pt x="3606379" y="246334"/>
                </a:cubicBezTo>
                <a:close/>
                <a:moveTo>
                  <a:pt x="3091034" y="245836"/>
                </a:moveTo>
                <a:cubicBezTo>
                  <a:pt x="3062835" y="245836"/>
                  <a:pt x="3043841" y="262341"/>
                  <a:pt x="3034054" y="295352"/>
                </a:cubicBezTo>
                <a:cubicBezTo>
                  <a:pt x="3024267" y="328362"/>
                  <a:pt x="3019373" y="383352"/>
                  <a:pt x="3019373" y="460321"/>
                </a:cubicBezTo>
                <a:cubicBezTo>
                  <a:pt x="3019373" y="545915"/>
                  <a:pt x="3024516" y="602232"/>
                  <a:pt x="3034800" y="629271"/>
                </a:cubicBezTo>
                <a:cubicBezTo>
                  <a:pt x="3045085" y="656309"/>
                  <a:pt x="3064162" y="669829"/>
                  <a:pt x="3092030" y="669829"/>
                </a:cubicBezTo>
                <a:cubicBezTo>
                  <a:pt x="3108950" y="669829"/>
                  <a:pt x="3123298" y="662696"/>
                  <a:pt x="3135076" y="648430"/>
                </a:cubicBezTo>
                <a:cubicBezTo>
                  <a:pt x="3146853" y="634164"/>
                  <a:pt x="3154484" y="611273"/>
                  <a:pt x="3157967" y="579755"/>
                </a:cubicBezTo>
                <a:cubicBezTo>
                  <a:pt x="3161451" y="548238"/>
                  <a:pt x="3163193" y="491672"/>
                  <a:pt x="3163193" y="410059"/>
                </a:cubicBezTo>
                <a:cubicBezTo>
                  <a:pt x="3163193" y="358635"/>
                  <a:pt x="3158548" y="318409"/>
                  <a:pt x="3149259" y="289380"/>
                </a:cubicBezTo>
                <a:cubicBezTo>
                  <a:pt x="3139970" y="260351"/>
                  <a:pt x="3120561" y="245836"/>
                  <a:pt x="3091034" y="245836"/>
                </a:cubicBezTo>
                <a:close/>
                <a:moveTo>
                  <a:pt x="9622268" y="243348"/>
                </a:moveTo>
                <a:cubicBezTo>
                  <a:pt x="9605016" y="243348"/>
                  <a:pt x="9590916" y="251808"/>
                  <a:pt x="9579968" y="268728"/>
                </a:cubicBezTo>
                <a:cubicBezTo>
                  <a:pt x="9560394" y="298255"/>
                  <a:pt x="9550607" y="338730"/>
                  <a:pt x="9550607" y="390153"/>
                </a:cubicBezTo>
                <a:lnTo>
                  <a:pt x="9550607" y="407570"/>
                </a:lnTo>
                <a:lnTo>
                  <a:pt x="9685966" y="407570"/>
                </a:lnTo>
                <a:cubicBezTo>
                  <a:pt x="9685966" y="354157"/>
                  <a:pt x="9683064" y="317497"/>
                  <a:pt x="9677257" y="297591"/>
                </a:cubicBezTo>
                <a:cubicBezTo>
                  <a:pt x="9671452" y="277685"/>
                  <a:pt x="9662412" y="262590"/>
                  <a:pt x="9650136" y="252305"/>
                </a:cubicBezTo>
                <a:cubicBezTo>
                  <a:pt x="9643169" y="246334"/>
                  <a:pt x="9633880" y="243348"/>
                  <a:pt x="9622268" y="243348"/>
                </a:cubicBezTo>
                <a:close/>
                <a:moveTo>
                  <a:pt x="8833725" y="224935"/>
                </a:moveTo>
                <a:lnTo>
                  <a:pt x="9070604" y="224935"/>
                </a:lnTo>
                <a:lnTo>
                  <a:pt x="9070604" y="243348"/>
                </a:lnTo>
                <a:cubicBezTo>
                  <a:pt x="9053352" y="244011"/>
                  <a:pt x="9041492" y="248988"/>
                  <a:pt x="9035022" y="258277"/>
                </a:cubicBezTo>
                <a:cubicBezTo>
                  <a:pt x="9028553" y="267567"/>
                  <a:pt x="9025318" y="285813"/>
                  <a:pt x="9025318" y="313018"/>
                </a:cubicBezTo>
                <a:lnTo>
                  <a:pt x="9025318" y="539944"/>
                </a:lnTo>
                <a:lnTo>
                  <a:pt x="9158687" y="309037"/>
                </a:lnTo>
                <a:cubicBezTo>
                  <a:pt x="9158355" y="284486"/>
                  <a:pt x="9154706" y="267401"/>
                  <a:pt x="9147739" y="257779"/>
                </a:cubicBezTo>
                <a:cubicBezTo>
                  <a:pt x="9140771" y="248158"/>
                  <a:pt x="9129492" y="243348"/>
                  <a:pt x="9113899" y="243348"/>
                </a:cubicBezTo>
                <a:lnTo>
                  <a:pt x="9113899" y="224935"/>
                </a:lnTo>
                <a:lnTo>
                  <a:pt x="9350777" y="224935"/>
                </a:lnTo>
                <a:lnTo>
                  <a:pt x="9350777" y="243348"/>
                </a:lnTo>
                <a:cubicBezTo>
                  <a:pt x="9332862" y="243680"/>
                  <a:pt x="9319592" y="248158"/>
                  <a:pt x="9310966" y="256784"/>
                </a:cubicBezTo>
                <a:cubicBezTo>
                  <a:pt x="9302340" y="265410"/>
                  <a:pt x="9298027" y="281998"/>
                  <a:pt x="9298027" y="306549"/>
                </a:cubicBezTo>
                <a:lnTo>
                  <a:pt x="9298027" y="602647"/>
                </a:lnTo>
                <a:cubicBezTo>
                  <a:pt x="9298027" y="630183"/>
                  <a:pt x="9301926" y="648596"/>
                  <a:pt x="9309722" y="657885"/>
                </a:cubicBezTo>
                <a:cubicBezTo>
                  <a:pt x="9317518" y="667175"/>
                  <a:pt x="9331203" y="671819"/>
                  <a:pt x="9350777" y="671819"/>
                </a:cubicBezTo>
                <a:lnTo>
                  <a:pt x="9350777" y="690232"/>
                </a:lnTo>
                <a:lnTo>
                  <a:pt x="9113899" y="690232"/>
                </a:lnTo>
                <a:lnTo>
                  <a:pt x="9113899" y="671819"/>
                </a:lnTo>
                <a:cubicBezTo>
                  <a:pt x="9143757" y="671819"/>
                  <a:pt x="9158687" y="649591"/>
                  <a:pt x="9158687" y="605135"/>
                </a:cubicBezTo>
                <a:lnTo>
                  <a:pt x="9158687" y="377214"/>
                </a:lnTo>
                <a:lnTo>
                  <a:pt x="9025318" y="605135"/>
                </a:lnTo>
                <a:cubicBezTo>
                  <a:pt x="9025649" y="648596"/>
                  <a:pt x="9040745" y="670824"/>
                  <a:pt x="9070604" y="671819"/>
                </a:cubicBezTo>
                <a:lnTo>
                  <a:pt x="9070604" y="690232"/>
                </a:lnTo>
                <a:lnTo>
                  <a:pt x="8833725" y="690232"/>
                </a:lnTo>
                <a:lnTo>
                  <a:pt x="8833725" y="671819"/>
                </a:lnTo>
                <a:cubicBezTo>
                  <a:pt x="8852636" y="671819"/>
                  <a:pt x="8866072" y="666511"/>
                  <a:pt x="8874034" y="655895"/>
                </a:cubicBezTo>
                <a:cubicBezTo>
                  <a:pt x="8881997" y="645278"/>
                  <a:pt x="8885978" y="626700"/>
                  <a:pt x="8885978" y="600159"/>
                </a:cubicBezTo>
                <a:lnTo>
                  <a:pt x="8885978" y="313018"/>
                </a:lnTo>
                <a:cubicBezTo>
                  <a:pt x="8885978" y="266571"/>
                  <a:pt x="8868560" y="243348"/>
                  <a:pt x="8833725" y="243348"/>
                </a:cubicBezTo>
                <a:close/>
                <a:moveTo>
                  <a:pt x="8243175" y="224935"/>
                </a:moveTo>
                <a:lnTo>
                  <a:pt x="8480054" y="224935"/>
                </a:lnTo>
                <a:lnTo>
                  <a:pt x="8480054" y="243348"/>
                </a:lnTo>
                <a:cubicBezTo>
                  <a:pt x="8463466" y="244011"/>
                  <a:pt x="8451771" y="248324"/>
                  <a:pt x="8444970" y="256287"/>
                </a:cubicBezTo>
                <a:cubicBezTo>
                  <a:pt x="8438168" y="264249"/>
                  <a:pt x="8434768" y="282330"/>
                  <a:pt x="8434768" y="310530"/>
                </a:cubicBezTo>
                <a:lnTo>
                  <a:pt x="8434768" y="433448"/>
                </a:lnTo>
                <a:lnTo>
                  <a:pt x="8568137" y="433448"/>
                </a:lnTo>
                <a:lnTo>
                  <a:pt x="8568137" y="310530"/>
                </a:lnTo>
                <a:cubicBezTo>
                  <a:pt x="8568137" y="287306"/>
                  <a:pt x="8565648" y="270304"/>
                  <a:pt x="8560672" y="259521"/>
                </a:cubicBezTo>
                <a:cubicBezTo>
                  <a:pt x="8555696" y="248739"/>
                  <a:pt x="8543254" y="243348"/>
                  <a:pt x="8523349" y="243348"/>
                </a:cubicBezTo>
                <a:lnTo>
                  <a:pt x="8523349" y="224935"/>
                </a:lnTo>
                <a:lnTo>
                  <a:pt x="8759730" y="224935"/>
                </a:lnTo>
                <a:lnTo>
                  <a:pt x="8759730" y="243348"/>
                </a:lnTo>
                <a:cubicBezTo>
                  <a:pt x="8740487" y="243348"/>
                  <a:pt x="8726968" y="248075"/>
                  <a:pt x="8719172" y="257531"/>
                </a:cubicBezTo>
                <a:cubicBezTo>
                  <a:pt x="8711375" y="266986"/>
                  <a:pt x="8707477" y="282828"/>
                  <a:pt x="8707477" y="305056"/>
                </a:cubicBezTo>
                <a:lnTo>
                  <a:pt x="8707477" y="601154"/>
                </a:lnTo>
                <a:cubicBezTo>
                  <a:pt x="8707477" y="630349"/>
                  <a:pt x="8711292" y="649259"/>
                  <a:pt x="8718923" y="657885"/>
                </a:cubicBezTo>
                <a:cubicBezTo>
                  <a:pt x="8726553" y="666511"/>
                  <a:pt x="8740156" y="671156"/>
                  <a:pt x="8759730" y="671819"/>
                </a:cubicBezTo>
                <a:lnTo>
                  <a:pt x="8759730" y="690232"/>
                </a:lnTo>
                <a:lnTo>
                  <a:pt x="8523349" y="690232"/>
                </a:lnTo>
                <a:lnTo>
                  <a:pt x="8523349" y="671819"/>
                </a:lnTo>
                <a:cubicBezTo>
                  <a:pt x="8539937" y="671488"/>
                  <a:pt x="8551549" y="667589"/>
                  <a:pt x="8558184" y="660125"/>
                </a:cubicBezTo>
                <a:cubicBezTo>
                  <a:pt x="8564819" y="652660"/>
                  <a:pt x="8568137" y="634164"/>
                  <a:pt x="8568137" y="604637"/>
                </a:cubicBezTo>
                <a:lnTo>
                  <a:pt x="8568137" y="464799"/>
                </a:lnTo>
                <a:lnTo>
                  <a:pt x="8434768" y="464799"/>
                </a:lnTo>
                <a:lnTo>
                  <a:pt x="8434768" y="601154"/>
                </a:lnTo>
                <a:cubicBezTo>
                  <a:pt x="8434768" y="630681"/>
                  <a:pt x="8438168" y="649840"/>
                  <a:pt x="8444970" y="658632"/>
                </a:cubicBezTo>
                <a:cubicBezTo>
                  <a:pt x="8451771" y="667423"/>
                  <a:pt x="8463466" y="671819"/>
                  <a:pt x="8480054" y="671819"/>
                </a:cubicBezTo>
                <a:lnTo>
                  <a:pt x="8480054" y="690232"/>
                </a:lnTo>
                <a:lnTo>
                  <a:pt x="8243175" y="690232"/>
                </a:lnTo>
                <a:lnTo>
                  <a:pt x="8243175" y="671819"/>
                </a:lnTo>
                <a:cubicBezTo>
                  <a:pt x="8262418" y="671819"/>
                  <a:pt x="8275936" y="666926"/>
                  <a:pt x="8283733" y="657139"/>
                </a:cubicBezTo>
                <a:cubicBezTo>
                  <a:pt x="8291530" y="647352"/>
                  <a:pt x="8295428" y="628690"/>
                  <a:pt x="8295428" y="601154"/>
                </a:cubicBezTo>
                <a:lnTo>
                  <a:pt x="8295428" y="315506"/>
                </a:lnTo>
                <a:cubicBezTo>
                  <a:pt x="8295428" y="286311"/>
                  <a:pt x="8291612" y="266986"/>
                  <a:pt x="8283982" y="257531"/>
                </a:cubicBezTo>
                <a:cubicBezTo>
                  <a:pt x="8276352" y="248075"/>
                  <a:pt x="8262749" y="243348"/>
                  <a:pt x="8243175" y="243348"/>
                </a:cubicBezTo>
                <a:close/>
                <a:moveTo>
                  <a:pt x="7034993" y="224935"/>
                </a:moveTo>
                <a:lnTo>
                  <a:pt x="7229572" y="224935"/>
                </a:lnTo>
                <a:lnTo>
                  <a:pt x="7347514" y="513568"/>
                </a:lnTo>
                <a:lnTo>
                  <a:pt x="7465455" y="224935"/>
                </a:lnTo>
                <a:lnTo>
                  <a:pt x="7655058" y="224935"/>
                </a:lnTo>
                <a:lnTo>
                  <a:pt x="7655058" y="243348"/>
                </a:lnTo>
                <a:cubicBezTo>
                  <a:pt x="7636810" y="244343"/>
                  <a:pt x="7623872" y="249734"/>
                  <a:pt x="7616242" y="259521"/>
                </a:cubicBezTo>
                <a:cubicBezTo>
                  <a:pt x="7608611" y="269308"/>
                  <a:pt x="7604796" y="286809"/>
                  <a:pt x="7604796" y="312023"/>
                </a:cubicBezTo>
                <a:lnTo>
                  <a:pt x="7604796" y="601154"/>
                </a:lnTo>
                <a:cubicBezTo>
                  <a:pt x="7604796" y="627363"/>
                  <a:pt x="7608362" y="645444"/>
                  <a:pt x="7615495" y="655397"/>
                </a:cubicBezTo>
                <a:cubicBezTo>
                  <a:pt x="7622628" y="665350"/>
                  <a:pt x="7635815" y="670824"/>
                  <a:pt x="7655058" y="671819"/>
                </a:cubicBezTo>
                <a:lnTo>
                  <a:pt x="7655058" y="690232"/>
                </a:lnTo>
                <a:lnTo>
                  <a:pt x="7409719" y="690232"/>
                </a:lnTo>
                <a:lnTo>
                  <a:pt x="7409719" y="671819"/>
                </a:lnTo>
                <a:cubicBezTo>
                  <a:pt x="7430288" y="671488"/>
                  <a:pt x="7444720" y="666013"/>
                  <a:pt x="7453014" y="655397"/>
                </a:cubicBezTo>
                <a:cubicBezTo>
                  <a:pt x="7461308" y="644781"/>
                  <a:pt x="7465455" y="626700"/>
                  <a:pt x="7465455" y="601154"/>
                </a:cubicBezTo>
                <a:lnTo>
                  <a:pt x="7465455" y="303065"/>
                </a:lnTo>
                <a:lnTo>
                  <a:pt x="7303223" y="690232"/>
                </a:lnTo>
                <a:lnTo>
                  <a:pt x="7277844" y="690232"/>
                </a:lnTo>
                <a:lnTo>
                  <a:pt x="7120588" y="308539"/>
                </a:lnTo>
                <a:lnTo>
                  <a:pt x="7120588" y="609116"/>
                </a:lnTo>
                <a:cubicBezTo>
                  <a:pt x="7120588" y="630681"/>
                  <a:pt x="7124237" y="646274"/>
                  <a:pt x="7131536" y="655895"/>
                </a:cubicBezTo>
                <a:cubicBezTo>
                  <a:pt x="7138835" y="665516"/>
                  <a:pt x="7153101" y="670824"/>
                  <a:pt x="7174334" y="671819"/>
                </a:cubicBezTo>
                <a:lnTo>
                  <a:pt x="7174334" y="690232"/>
                </a:lnTo>
                <a:lnTo>
                  <a:pt x="7034993" y="690232"/>
                </a:lnTo>
                <a:lnTo>
                  <a:pt x="7034993" y="671819"/>
                </a:lnTo>
                <a:cubicBezTo>
                  <a:pt x="7053572" y="671156"/>
                  <a:pt x="7066759" y="665931"/>
                  <a:pt x="7074556" y="656144"/>
                </a:cubicBezTo>
                <a:cubicBezTo>
                  <a:pt x="7082353" y="646357"/>
                  <a:pt x="7086251" y="629520"/>
                  <a:pt x="7086251" y="605633"/>
                </a:cubicBezTo>
                <a:lnTo>
                  <a:pt x="7086251" y="308539"/>
                </a:lnTo>
                <a:cubicBezTo>
                  <a:pt x="7086251" y="285648"/>
                  <a:pt x="7082435" y="269308"/>
                  <a:pt x="7074805" y="259521"/>
                </a:cubicBezTo>
                <a:cubicBezTo>
                  <a:pt x="7067174" y="249734"/>
                  <a:pt x="7053904" y="244343"/>
                  <a:pt x="7034993" y="243348"/>
                </a:cubicBezTo>
                <a:close/>
                <a:moveTo>
                  <a:pt x="6442950" y="224935"/>
                </a:moveTo>
                <a:lnTo>
                  <a:pt x="6679829" y="224935"/>
                </a:lnTo>
                <a:lnTo>
                  <a:pt x="6679829" y="243348"/>
                </a:lnTo>
                <a:cubicBezTo>
                  <a:pt x="6662578" y="244011"/>
                  <a:pt x="6650717" y="248988"/>
                  <a:pt x="6644247" y="258277"/>
                </a:cubicBezTo>
                <a:cubicBezTo>
                  <a:pt x="6637778" y="267567"/>
                  <a:pt x="6634543" y="285813"/>
                  <a:pt x="6634543" y="313018"/>
                </a:cubicBezTo>
                <a:lnTo>
                  <a:pt x="6634543" y="539944"/>
                </a:lnTo>
                <a:lnTo>
                  <a:pt x="6767912" y="309037"/>
                </a:lnTo>
                <a:cubicBezTo>
                  <a:pt x="6767581" y="284486"/>
                  <a:pt x="6763931" y="267401"/>
                  <a:pt x="6756964" y="257779"/>
                </a:cubicBezTo>
                <a:cubicBezTo>
                  <a:pt x="6749997" y="248158"/>
                  <a:pt x="6738717" y="243348"/>
                  <a:pt x="6723124" y="243348"/>
                </a:cubicBezTo>
                <a:lnTo>
                  <a:pt x="6723124" y="224935"/>
                </a:lnTo>
                <a:lnTo>
                  <a:pt x="6960003" y="224935"/>
                </a:lnTo>
                <a:lnTo>
                  <a:pt x="6960003" y="243348"/>
                </a:lnTo>
                <a:cubicBezTo>
                  <a:pt x="6942087" y="243680"/>
                  <a:pt x="6928817" y="248158"/>
                  <a:pt x="6920191" y="256784"/>
                </a:cubicBezTo>
                <a:cubicBezTo>
                  <a:pt x="6911565" y="265410"/>
                  <a:pt x="6907252" y="281998"/>
                  <a:pt x="6907252" y="306549"/>
                </a:cubicBezTo>
                <a:lnTo>
                  <a:pt x="6907252" y="602647"/>
                </a:lnTo>
                <a:cubicBezTo>
                  <a:pt x="6907252" y="630183"/>
                  <a:pt x="6911151" y="648596"/>
                  <a:pt x="6918947" y="657885"/>
                </a:cubicBezTo>
                <a:cubicBezTo>
                  <a:pt x="6926744" y="667175"/>
                  <a:pt x="6940429" y="671819"/>
                  <a:pt x="6960003" y="671819"/>
                </a:cubicBezTo>
                <a:lnTo>
                  <a:pt x="6960003" y="690232"/>
                </a:lnTo>
                <a:lnTo>
                  <a:pt x="6723124" y="690232"/>
                </a:lnTo>
                <a:lnTo>
                  <a:pt x="6723124" y="671819"/>
                </a:lnTo>
                <a:cubicBezTo>
                  <a:pt x="6752983" y="671819"/>
                  <a:pt x="6767912" y="649591"/>
                  <a:pt x="6767912" y="605135"/>
                </a:cubicBezTo>
                <a:lnTo>
                  <a:pt x="6767912" y="377214"/>
                </a:lnTo>
                <a:lnTo>
                  <a:pt x="6634543" y="605135"/>
                </a:lnTo>
                <a:cubicBezTo>
                  <a:pt x="6634875" y="648596"/>
                  <a:pt x="6649970" y="670824"/>
                  <a:pt x="6679829" y="671819"/>
                </a:cubicBezTo>
                <a:lnTo>
                  <a:pt x="6679829" y="690232"/>
                </a:lnTo>
                <a:lnTo>
                  <a:pt x="6442950" y="690232"/>
                </a:lnTo>
                <a:lnTo>
                  <a:pt x="6442950" y="671819"/>
                </a:lnTo>
                <a:cubicBezTo>
                  <a:pt x="6461861" y="671819"/>
                  <a:pt x="6475297" y="666511"/>
                  <a:pt x="6483260" y="655895"/>
                </a:cubicBezTo>
                <a:cubicBezTo>
                  <a:pt x="6491222" y="645278"/>
                  <a:pt x="6495203" y="626700"/>
                  <a:pt x="6495203" y="600159"/>
                </a:cubicBezTo>
                <a:lnTo>
                  <a:pt x="6495203" y="313018"/>
                </a:lnTo>
                <a:cubicBezTo>
                  <a:pt x="6495203" y="266571"/>
                  <a:pt x="6477785" y="243348"/>
                  <a:pt x="6442950" y="243348"/>
                </a:cubicBezTo>
                <a:close/>
                <a:moveTo>
                  <a:pt x="5852400" y="224935"/>
                </a:moveTo>
                <a:lnTo>
                  <a:pt x="6089279" y="224935"/>
                </a:lnTo>
                <a:lnTo>
                  <a:pt x="6089279" y="243348"/>
                </a:lnTo>
                <a:cubicBezTo>
                  <a:pt x="6072691" y="244011"/>
                  <a:pt x="6060996" y="248324"/>
                  <a:pt x="6054195" y="256287"/>
                </a:cubicBezTo>
                <a:cubicBezTo>
                  <a:pt x="6047394" y="264249"/>
                  <a:pt x="6043993" y="282330"/>
                  <a:pt x="6043993" y="310530"/>
                </a:cubicBezTo>
                <a:lnTo>
                  <a:pt x="6043993" y="433448"/>
                </a:lnTo>
                <a:lnTo>
                  <a:pt x="6177362" y="433448"/>
                </a:lnTo>
                <a:lnTo>
                  <a:pt x="6177362" y="310530"/>
                </a:lnTo>
                <a:cubicBezTo>
                  <a:pt x="6177362" y="287306"/>
                  <a:pt x="6174874" y="270304"/>
                  <a:pt x="6169897" y="259521"/>
                </a:cubicBezTo>
                <a:cubicBezTo>
                  <a:pt x="6164921" y="248739"/>
                  <a:pt x="6152480" y="243348"/>
                  <a:pt x="6132574" y="243348"/>
                </a:cubicBezTo>
                <a:lnTo>
                  <a:pt x="6132574" y="224935"/>
                </a:lnTo>
                <a:lnTo>
                  <a:pt x="6368955" y="224935"/>
                </a:lnTo>
                <a:lnTo>
                  <a:pt x="6368955" y="243348"/>
                </a:lnTo>
                <a:cubicBezTo>
                  <a:pt x="6349712" y="243348"/>
                  <a:pt x="6336194" y="248075"/>
                  <a:pt x="6328397" y="257531"/>
                </a:cubicBezTo>
                <a:cubicBezTo>
                  <a:pt x="6320600" y="266986"/>
                  <a:pt x="6316702" y="282828"/>
                  <a:pt x="6316702" y="305056"/>
                </a:cubicBezTo>
                <a:lnTo>
                  <a:pt x="6316702" y="601154"/>
                </a:lnTo>
                <a:cubicBezTo>
                  <a:pt x="6316702" y="630349"/>
                  <a:pt x="6320518" y="649259"/>
                  <a:pt x="6328148" y="657885"/>
                </a:cubicBezTo>
                <a:cubicBezTo>
                  <a:pt x="6335778" y="666511"/>
                  <a:pt x="6349381" y="671156"/>
                  <a:pt x="6368955" y="671819"/>
                </a:cubicBezTo>
                <a:lnTo>
                  <a:pt x="6368955" y="690232"/>
                </a:lnTo>
                <a:lnTo>
                  <a:pt x="6132574" y="690232"/>
                </a:lnTo>
                <a:lnTo>
                  <a:pt x="6132574" y="671819"/>
                </a:lnTo>
                <a:cubicBezTo>
                  <a:pt x="6149162" y="671488"/>
                  <a:pt x="6160774" y="667589"/>
                  <a:pt x="6167409" y="660125"/>
                </a:cubicBezTo>
                <a:cubicBezTo>
                  <a:pt x="6174044" y="652660"/>
                  <a:pt x="6177362" y="634164"/>
                  <a:pt x="6177362" y="604637"/>
                </a:cubicBezTo>
                <a:lnTo>
                  <a:pt x="6177362" y="464799"/>
                </a:lnTo>
                <a:lnTo>
                  <a:pt x="6043993" y="464799"/>
                </a:lnTo>
                <a:lnTo>
                  <a:pt x="6043993" y="601154"/>
                </a:lnTo>
                <a:cubicBezTo>
                  <a:pt x="6043993" y="630681"/>
                  <a:pt x="6047394" y="649840"/>
                  <a:pt x="6054195" y="658632"/>
                </a:cubicBezTo>
                <a:cubicBezTo>
                  <a:pt x="6060996" y="667423"/>
                  <a:pt x="6072691" y="671819"/>
                  <a:pt x="6089279" y="671819"/>
                </a:cubicBezTo>
                <a:lnTo>
                  <a:pt x="6089279" y="690232"/>
                </a:lnTo>
                <a:lnTo>
                  <a:pt x="5852400" y="690232"/>
                </a:lnTo>
                <a:lnTo>
                  <a:pt x="5852400" y="671819"/>
                </a:lnTo>
                <a:cubicBezTo>
                  <a:pt x="5871643" y="671819"/>
                  <a:pt x="5885162" y="666926"/>
                  <a:pt x="5892958" y="657139"/>
                </a:cubicBezTo>
                <a:cubicBezTo>
                  <a:pt x="5900755" y="647352"/>
                  <a:pt x="5904653" y="628690"/>
                  <a:pt x="5904653" y="601154"/>
                </a:cubicBezTo>
                <a:lnTo>
                  <a:pt x="5904653" y="315506"/>
                </a:lnTo>
                <a:cubicBezTo>
                  <a:pt x="5904653" y="286311"/>
                  <a:pt x="5900838" y="266986"/>
                  <a:pt x="5893207" y="257531"/>
                </a:cubicBezTo>
                <a:cubicBezTo>
                  <a:pt x="5885577" y="248075"/>
                  <a:pt x="5871974" y="243348"/>
                  <a:pt x="5852400" y="243348"/>
                </a:cubicBezTo>
                <a:close/>
                <a:moveTo>
                  <a:pt x="5301443" y="224935"/>
                </a:moveTo>
                <a:lnTo>
                  <a:pt x="5558228" y="224935"/>
                </a:lnTo>
                <a:cubicBezTo>
                  <a:pt x="5611973" y="224935"/>
                  <a:pt x="5655932" y="234639"/>
                  <a:pt x="5690103" y="254047"/>
                </a:cubicBezTo>
                <a:cubicBezTo>
                  <a:pt x="5724275" y="273455"/>
                  <a:pt x="5741361" y="302236"/>
                  <a:pt x="5741361" y="340388"/>
                </a:cubicBezTo>
                <a:cubicBezTo>
                  <a:pt x="5741361" y="391812"/>
                  <a:pt x="5705862" y="426481"/>
                  <a:pt x="5634865" y="444396"/>
                </a:cubicBezTo>
                <a:cubicBezTo>
                  <a:pt x="5730744" y="455676"/>
                  <a:pt x="5778684" y="495819"/>
                  <a:pt x="5778684" y="564826"/>
                </a:cubicBezTo>
                <a:cubicBezTo>
                  <a:pt x="5778684" y="606628"/>
                  <a:pt x="5759276" y="637980"/>
                  <a:pt x="5720460" y="658881"/>
                </a:cubicBezTo>
                <a:cubicBezTo>
                  <a:pt x="5681643" y="679782"/>
                  <a:pt x="5628395" y="690232"/>
                  <a:pt x="5560716" y="690232"/>
                </a:cubicBezTo>
                <a:lnTo>
                  <a:pt x="5301443" y="690232"/>
                </a:lnTo>
                <a:lnTo>
                  <a:pt x="5301443" y="671819"/>
                </a:lnTo>
                <a:cubicBezTo>
                  <a:pt x="5324335" y="669497"/>
                  <a:pt x="5338518" y="664189"/>
                  <a:pt x="5343992" y="655895"/>
                </a:cubicBezTo>
                <a:cubicBezTo>
                  <a:pt x="5349466" y="647601"/>
                  <a:pt x="5352203" y="631344"/>
                  <a:pt x="5352203" y="607126"/>
                </a:cubicBezTo>
                <a:lnTo>
                  <a:pt x="5352203" y="329938"/>
                </a:lnTo>
                <a:cubicBezTo>
                  <a:pt x="5352203" y="292449"/>
                  <a:pt x="5349134" y="269059"/>
                  <a:pt x="5342997" y="259770"/>
                </a:cubicBezTo>
                <a:cubicBezTo>
                  <a:pt x="5336859" y="250481"/>
                  <a:pt x="5323008" y="245007"/>
                  <a:pt x="5301443" y="243348"/>
                </a:cubicBezTo>
                <a:close/>
                <a:moveTo>
                  <a:pt x="2280526" y="224935"/>
                </a:moveTo>
                <a:lnTo>
                  <a:pt x="2517404" y="224935"/>
                </a:lnTo>
                <a:lnTo>
                  <a:pt x="2517404" y="243348"/>
                </a:lnTo>
                <a:cubicBezTo>
                  <a:pt x="2500152" y="244011"/>
                  <a:pt x="2488292" y="248988"/>
                  <a:pt x="2481823" y="258277"/>
                </a:cubicBezTo>
                <a:cubicBezTo>
                  <a:pt x="2475353" y="267567"/>
                  <a:pt x="2472118" y="285813"/>
                  <a:pt x="2472118" y="313018"/>
                </a:cubicBezTo>
                <a:lnTo>
                  <a:pt x="2472118" y="539944"/>
                </a:lnTo>
                <a:lnTo>
                  <a:pt x="2605487" y="309037"/>
                </a:lnTo>
                <a:cubicBezTo>
                  <a:pt x="2605155" y="284486"/>
                  <a:pt x="2601506" y="267401"/>
                  <a:pt x="2594539" y="257779"/>
                </a:cubicBezTo>
                <a:cubicBezTo>
                  <a:pt x="2587572" y="248158"/>
                  <a:pt x="2576292" y="243348"/>
                  <a:pt x="2560699" y="243348"/>
                </a:cubicBezTo>
                <a:lnTo>
                  <a:pt x="2560699" y="224935"/>
                </a:lnTo>
                <a:lnTo>
                  <a:pt x="2797578" y="224935"/>
                </a:lnTo>
                <a:lnTo>
                  <a:pt x="2797578" y="243348"/>
                </a:lnTo>
                <a:cubicBezTo>
                  <a:pt x="2779663" y="243680"/>
                  <a:pt x="2766392" y="248158"/>
                  <a:pt x="2757766" y="256784"/>
                </a:cubicBezTo>
                <a:cubicBezTo>
                  <a:pt x="2749140" y="265410"/>
                  <a:pt x="2744827" y="281998"/>
                  <a:pt x="2744827" y="306549"/>
                </a:cubicBezTo>
                <a:lnTo>
                  <a:pt x="2744827" y="602647"/>
                </a:lnTo>
                <a:cubicBezTo>
                  <a:pt x="2744827" y="630183"/>
                  <a:pt x="2748725" y="648596"/>
                  <a:pt x="2756522" y="657885"/>
                </a:cubicBezTo>
                <a:cubicBezTo>
                  <a:pt x="2764318" y="667175"/>
                  <a:pt x="2778004" y="671819"/>
                  <a:pt x="2797578" y="671819"/>
                </a:cubicBezTo>
                <a:lnTo>
                  <a:pt x="2797578" y="690232"/>
                </a:lnTo>
                <a:lnTo>
                  <a:pt x="2560699" y="690232"/>
                </a:lnTo>
                <a:lnTo>
                  <a:pt x="2560699" y="671819"/>
                </a:lnTo>
                <a:cubicBezTo>
                  <a:pt x="2590558" y="671819"/>
                  <a:pt x="2605487" y="649591"/>
                  <a:pt x="2605487" y="605135"/>
                </a:cubicBezTo>
                <a:lnTo>
                  <a:pt x="2605487" y="377214"/>
                </a:lnTo>
                <a:lnTo>
                  <a:pt x="2472118" y="605135"/>
                </a:lnTo>
                <a:cubicBezTo>
                  <a:pt x="2472450" y="648596"/>
                  <a:pt x="2487546" y="670824"/>
                  <a:pt x="2517404" y="671819"/>
                </a:cubicBezTo>
                <a:lnTo>
                  <a:pt x="2517404" y="690232"/>
                </a:lnTo>
                <a:lnTo>
                  <a:pt x="2280526" y="690232"/>
                </a:lnTo>
                <a:lnTo>
                  <a:pt x="2280526" y="671819"/>
                </a:lnTo>
                <a:cubicBezTo>
                  <a:pt x="2299436" y="671819"/>
                  <a:pt x="2312873" y="666511"/>
                  <a:pt x="2320835" y="655895"/>
                </a:cubicBezTo>
                <a:cubicBezTo>
                  <a:pt x="2328797" y="645278"/>
                  <a:pt x="2332778" y="626700"/>
                  <a:pt x="2332778" y="600159"/>
                </a:cubicBezTo>
                <a:lnTo>
                  <a:pt x="2332778" y="313018"/>
                </a:lnTo>
                <a:cubicBezTo>
                  <a:pt x="2332778" y="266571"/>
                  <a:pt x="2315361" y="243348"/>
                  <a:pt x="2280526" y="243348"/>
                </a:cubicBezTo>
                <a:close/>
                <a:moveTo>
                  <a:pt x="727951" y="224935"/>
                </a:moveTo>
                <a:lnTo>
                  <a:pt x="1245003" y="224935"/>
                </a:lnTo>
                <a:lnTo>
                  <a:pt x="1245003" y="243348"/>
                </a:lnTo>
                <a:cubicBezTo>
                  <a:pt x="1223106" y="245670"/>
                  <a:pt x="1208841" y="251559"/>
                  <a:pt x="1202205" y="261014"/>
                </a:cubicBezTo>
                <a:cubicBezTo>
                  <a:pt x="1195570" y="270469"/>
                  <a:pt x="1192252" y="290458"/>
                  <a:pt x="1192252" y="320980"/>
                </a:cubicBezTo>
                <a:lnTo>
                  <a:pt x="1192252" y="598168"/>
                </a:lnTo>
                <a:cubicBezTo>
                  <a:pt x="1192252" y="627363"/>
                  <a:pt x="1195902" y="646771"/>
                  <a:pt x="1203201" y="656392"/>
                </a:cubicBezTo>
                <a:cubicBezTo>
                  <a:pt x="1210499" y="666013"/>
                  <a:pt x="1224433" y="671156"/>
                  <a:pt x="1245003" y="671819"/>
                </a:cubicBezTo>
                <a:lnTo>
                  <a:pt x="1245003" y="690232"/>
                </a:lnTo>
                <a:lnTo>
                  <a:pt x="1008124" y="690232"/>
                </a:lnTo>
                <a:lnTo>
                  <a:pt x="1008124" y="671819"/>
                </a:lnTo>
                <a:cubicBezTo>
                  <a:pt x="1028693" y="671819"/>
                  <a:pt x="1041300" y="666345"/>
                  <a:pt x="1045945" y="655397"/>
                </a:cubicBezTo>
                <a:cubicBezTo>
                  <a:pt x="1050590" y="644449"/>
                  <a:pt x="1052912" y="626534"/>
                  <a:pt x="1052912" y="601651"/>
                </a:cubicBezTo>
                <a:lnTo>
                  <a:pt x="1052912" y="256287"/>
                </a:lnTo>
                <a:lnTo>
                  <a:pt x="919543" y="256287"/>
                </a:lnTo>
                <a:lnTo>
                  <a:pt x="919543" y="598168"/>
                </a:lnTo>
                <a:cubicBezTo>
                  <a:pt x="919543" y="628690"/>
                  <a:pt x="922529" y="648596"/>
                  <a:pt x="928501" y="657885"/>
                </a:cubicBezTo>
                <a:cubicBezTo>
                  <a:pt x="934473" y="667175"/>
                  <a:pt x="946582" y="671819"/>
                  <a:pt x="964829" y="671819"/>
                </a:cubicBezTo>
                <a:lnTo>
                  <a:pt x="964829" y="690232"/>
                </a:lnTo>
                <a:lnTo>
                  <a:pt x="727951" y="690232"/>
                </a:lnTo>
                <a:lnTo>
                  <a:pt x="727951" y="671819"/>
                </a:lnTo>
                <a:cubicBezTo>
                  <a:pt x="748188" y="671488"/>
                  <a:pt x="761956" y="666345"/>
                  <a:pt x="769255" y="656392"/>
                </a:cubicBezTo>
                <a:cubicBezTo>
                  <a:pt x="776554" y="646439"/>
                  <a:pt x="780203" y="625207"/>
                  <a:pt x="780203" y="592694"/>
                </a:cubicBezTo>
                <a:lnTo>
                  <a:pt x="780203" y="314511"/>
                </a:lnTo>
                <a:cubicBezTo>
                  <a:pt x="780203" y="283989"/>
                  <a:pt x="776139" y="264498"/>
                  <a:pt x="768011" y="256038"/>
                </a:cubicBezTo>
                <a:cubicBezTo>
                  <a:pt x="759883" y="247578"/>
                  <a:pt x="746529" y="243348"/>
                  <a:pt x="727951" y="243348"/>
                </a:cubicBezTo>
                <a:close/>
                <a:moveTo>
                  <a:pt x="9629732" y="211001"/>
                </a:moveTo>
                <a:cubicBezTo>
                  <a:pt x="9676843" y="211001"/>
                  <a:pt x="9717733" y="230326"/>
                  <a:pt x="9752402" y="268976"/>
                </a:cubicBezTo>
                <a:cubicBezTo>
                  <a:pt x="9787072" y="307627"/>
                  <a:pt x="9805733" y="364939"/>
                  <a:pt x="9808387" y="440912"/>
                </a:cubicBezTo>
                <a:lnTo>
                  <a:pt x="9553095" y="440912"/>
                </a:lnTo>
                <a:cubicBezTo>
                  <a:pt x="9556081" y="502620"/>
                  <a:pt x="9572503" y="551389"/>
                  <a:pt x="9602362" y="587220"/>
                </a:cubicBezTo>
                <a:cubicBezTo>
                  <a:pt x="9625254" y="614756"/>
                  <a:pt x="9652790" y="628524"/>
                  <a:pt x="9684971" y="628524"/>
                </a:cubicBezTo>
                <a:cubicBezTo>
                  <a:pt x="9704877" y="628524"/>
                  <a:pt x="9722958" y="622967"/>
                  <a:pt x="9739214" y="611853"/>
                </a:cubicBezTo>
                <a:cubicBezTo>
                  <a:pt x="9755471" y="600739"/>
                  <a:pt x="9772889" y="580751"/>
                  <a:pt x="9791467" y="551887"/>
                </a:cubicBezTo>
                <a:lnTo>
                  <a:pt x="9808387" y="562835"/>
                </a:lnTo>
                <a:cubicBezTo>
                  <a:pt x="9783173" y="614258"/>
                  <a:pt x="9755305" y="650669"/>
                  <a:pt x="9724782" y="672068"/>
                </a:cubicBezTo>
                <a:cubicBezTo>
                  <a:pt x="9694261" y="693467"/>
                  <a:pt x="9658928" y="704166"/>
                  <a:pt x="9618784" y="704166"/>
                </a:cubicBezTo>
                <a:cubicBezTo>
                  <a:pt x="9549778" y="704166"/>
                  <a:pt x="9497525" y="677625"/>
                  <a:pt x="9462026" y="624543"/>
                </a:cubicBezTo>
                <a:cubicBezTo>
                  <a:pt x="9433495" y="581746"/>
                  <a:pt x="9419229" y="528664"/>
                  <a:pt x="9419229" y="465297"/>
                </a:cubicBezTo>
                <a:cubicBezTo>
                  <a:pt x="9419229" y="387665"/>
                  <a:pt x="9440214" y="325874"/>
                  <a:pt x="9482181" y="279925"/>
                </a:cubicBezTo>
                <a:cubicBezTo>
                  <a:pt x="9524149" y="233976"/>
                  <a:pt x="9573332" y="211001"/>
                  <a:pt x="9629732" y="211001"/>
                </a:cubicBezTo>
                <a:close/>
                <a:moveTo>
                  <a:pt x="7962220" y="211001"/>
                </a:moveTo>
                <a:cubicBezTo>
                  <a:pt x="8006344" y="211001"/>
                  <a:pt x="8041262" y="220373"/>
                  <a:pt x="8066974" y="239118"/>
                </a:cubicBezTo>
                <a:cubicBezTo>
                  <a:pt x="8092685" y="257862"/>
                  <a:pt x="8109357" y="278183"/>
                  <a:pt x="8116987" y="300079"/>
                </a:cubicBezTo>
                <a:cubicBezTo>
                  <a:pt x="8121633" y="314013"/>
                  <a:pt x="8123954" y="346028"/>
                  <a:pt x="8123954" y="396124"/>
                </a:cubicBezTo>
                <a:lnTo>
                  <a:pt x="8123954" y="576769"/>
                </a:lnTo>
                <a:cubicBezTo>
                  <a:pt x="8123954" y="598002"/>
                  <a:pt x="8124784" y="611356"/>
                  <a:pt x="8126443" y="616830"/>
                </a:cubicBezTo>
                <a:cubicBezTo>
                  <a:pt x="8128102" y="622304"/>
                  <a:pt x="8130590" y="626368"/>
                  <a:pt x="8133907" y="629022"/>
                </a:cubicBezTo>
                <a:cubicBezTo>
                  <a:pt x="8137225" y="631676"/>
                  <a:pt x="8141041" y="633003"/>
                  <a:pt x="8145353" y="633003"/>
                </a:cubicBezTo>
                <a:cubicBezTo>
                  <a:pt x="8153979" y="633003"/>
                  <a:pt x="8162771" y="626866"/>
                  <a:pt x="8171728" y="614590"/>
                </a:cubicBezTo>
                <a:lnTo>
                  <a:pt x="8186658" y="626534"/>
                </a:lnTo>
                <a:cubicBezTo>
                  <a:pt x="8170069" y="651084"/>
                  <a:pt x="8152900" y="668916"/>
                  <a:pt x="8135151" y="680030"/>
                </a:cubicBezTo>
                <a:cubicBezTo>
                  <a:pt x="8117403" y="691145"/>
                  <a:pt x="8097247" y="696702"/>
                  <a:pt x="8074688" y="696702"/>
                </a:cubicBezTo>
                <a:cubicBezTo>
                  <a:pt x="8048146" y="696702"/>
                  <a:pt x="8027412" y="690481"/>
                  <a:pt x="8012482" y="678040"/>
                </a:cubicBezTo>
                <a:cubicBezTo>
                  <a:pt x="7997553" y="665599"/>
                  <a:pt x="7988429" y="646771"/>
                  <a:pt x="7985112" y="621557"/>
                </a:cubicBezTo>
                <a:cubicBezTo>
                  <a:pt x="7928380" y="671653"/>
                  <a:pt x="7877454" y="696702"/>
                  <a:pt x="7832335" y="696702"/>
                </a:cubicBezTo>
                <a:cubicBezTo>
                  <a:pt x="7805794" y="696702"/>
                  <a:pt x="7783732" y="687993"/>
                  <a:pt x="7766148" y="670575"/>
                </a:cubicBezTo>
                <a:cubicBezTo>
                  <a:pt x="7748564" y="653158"/>
                  <a:pt x="7739774" y="631344"/>
                  <a:pt x="7739774" y="605135"/>
                </a:cubicBezTo>
                <a:cubicBezTo>
                  <a:pt x="7739774" y="569636"/>
                  <a:pt x="7755034" y="537704"/>
                  <a:pt x="7785556" y="509339"/>
                </a:cubicBezTo>
                <a:cubicBezTo>
                  <a:pt x="7816078" y="480973"/>
                  <a:pt x="7882597" y="443235"/>
                  <a:pt x="7985112" y="396124"/>
                </a:cubicBezTo>
                <a:lnTo>
                  <a:pt x="7985112" y="349346"/>
                </a:lnTo>
                <a:cubicBezTo>
                  <a:pt x="7985112" y="314179"/>
                  <a:pt x="7983204" y="292034"/>
                  <a:pt x="7979389" y="282910"/>
                </a:cubicBezTo>
                <a:cubicBezTo>
                  <a:pt x="7975574" y="273787"/>
                  <a:pt x="7968358" y="265825"/>
                  <a:pt x="7957742" y="259024"/>
                </a:cubicBezTo>
                <a:cubicBezTo>
                  <a:pt x="7947124" y="252222"/>
                  <a:pt x="7935181" y="248822"/>
                  <a:pt x="7921911" y="248822"/>
                </a:cubicBezTo>
                <a:cubicBezTo>
                  <a:pt x="7900346" y="248822"/>
                  <a:pt x="7882597" y="253632"/>
                  <a:pt x="7868663" y="263254"/>
                </a:cubicBezTo>
                <a:cubicBezTo>
                  <a:pt x="7860037" y="269225"/>
                  <a:pt x="7855724" y="276192"/>
                  <a:pt x="7855724" y="284155"/>
                </a:cubicBezTo>
                <a:cubicBezTo>
                  <a:pt x="7855724" y="291122"/>
                  <a:pt x="7860369" y="299747"/>
                  <a:pt x="7869658" y="310032"/>
                </a:cubicBezTo>
                <a:cubicBezTo>
                  <a:pt x="7882265" y="324298"/>
                  <a:pt x="7888569" y="338066"/>
                  <a:pt x="7888569" y="351337"/>
                </a:cubicBezTo>
                <a:cubicBezTo>
                  <a:pt x="7888569" y="367593"/>
                  <a:pt x="7882514" y="381444"/>
                  <a:pt x="7870405" y="392890"/>
                </a:cubicBezTo>
                <a:cubicBezTo>
                  <a:pt x="7858295" y="404336"/>
                  <a:pt x="7842454" y="410059"/>
                  <a:pt x="7822880" y="410059"/>
                </a:cubicBezTo>
                <a:cubicBezTo>
                  <a:pt x="7801979" y="410059"/>
                  <a:pt x="7784478" y="403755"/>
                  <a:pt x="7770378" y="391148"/>
                </a:cubicBezTo>
                <a:cubicBezTo>
                  <a:pt x="7756278" y="378541"/>
                  <a:pt x="7749228" y="363778"/>
                  <a:pt x="7749228" y="346858"/>
                </a:cubicBezTo>
                <a:cubicBezTo>
                  <a:pt x="7749228" y="322971"/>
                  <a:pt x="7758684" y="300162"/>
                  <a:pt x="7777594" y="278432"/>
                </a:cubicBezTo>
                <a:cubicBezTo>
                  <a:pt x="7796504" y="256701"/>
                  <a:pt x="7822880" y="240030"/>
                  <a:pt x="7856720" y="228418"/>
                </a:cubicBezTo>
                <a:cubicBezTo>
                  <a:pt x="7890560" y="216807"/>
                  <a:pt x="7925726" y="211001"/>
                  <a:pt x="7962220" y="211001"/>
                </a:cubicBezTo>
                <a:close/>
                <a:moveTo>
                  <a:pt x="4771345" y="211001"/>
                </a:moveTo>
                <a:cubicBezTo>
                  <a:pt x="4815470" y="211001"/>
                  <a:pt x="4850388" y="220373"/>
                  <a:pt x="4876099" y="239118"/>
                </a:cubicBezTo>
                <a:cubicBezTo>
                  <a:pt x="4901811" y="257862"/>
                  <a:pt x="4918482" y="278183"/>
                  <a:pt x="4926113" y="300079"/>
                </a:cubicBezTo>
                <a:cubicBezTo>
                  <a:pt x="4930757" y="314013"/>
                  <a:pt x="4933080" y="346028"/>
                  <a:pt x="4933080" y="396124"/>
                </a:cubicBezTo>
                <a:lnTo>
                  <a:pt x="4933080" y="576769"/>
                </a:lnTo>
                <a:cubicBezTo>
                  <a:pt x="4933080" y="598002"/>
                  <a:pt x="4933909" y="611356"/>
                  <a:pt x="4935568" y="616830"/>
                </a:cubicBezTo>
                <a:cubicBezTo>
                  <a:pt x="4937227" y="622304"/>
                  <a:pt x="4939715" y="626368"/>
                  <a:pt x="4943033" y="629022"/>
                </a:cubicBezTo>
                <a:cubicBezTo>
                  <a:pt x="4946350" y="631676"/>
                  <a:pt x="4950165" y="633003"/>
                  <a:pt x="4954479" y="633003"/>
                </a:cubicBezTo>
                <a:cubicBezTo>
                  <a:pt x="4963104" y="633003"/>
                  <a:pt x="4971896" y="626866"/>
                  <a:pt x="4980854" y="614590"/>
                </a:cubicBezTo>
                <a:lnTo>
                  <a:pt x="4995783" y="626534"/>
                </a:lnTo>
                <a:cubicBezTo>
                  <a:pt x="4979195" y="651084"/>
                  <a:pt x="4962026" y="668916"/>
                  <a:pt x="4944277" y="680030"/>
                </a:cubicBezTo>
                <a:cubicBezTo>
                  <a:pt x="4926527" y="691145"/>
                  <a:pt x="4906373" y="696702"/>
                  <a:pt x="4883813" y="696702"/>
                </a:cubicBezTo>
                <a:cubicBezTo>
                  <a:pt x="4857272" y="696702"/>
                  <a:pt x="4836537" y="690481"/>
                  <a:pt x="4821607" y="678040"/>
                </a:cubicBezTo>
                <a:cubicBezTo>
                  <a:pt x="4806678" y="665599"/>
                  <a:pt x="4797555" y="646771"/>
                  <a:pt x="4794237" y="621557"/>
                </a:cubicBezTo>
                <a:cubicBezTo>
                  <a:pt x="4737506" y="671653"/>
                  <a:pt x="4686580" y="696702"/>
                  <a:pt x="4641460" y="696702"/>
                </a:cubicBezTo>
                <a:cubicBezTo>
                  <a:pt x="4614920" y="696702"/>
                  <a:pt x="4592857" y="687993"/>
                  <a:pt x="4575274" y="670575"/>
                </a:cubicBezTo>
                <a:cubicBezTo>
                  <a:pt x="4557690" y="653158"/>
                  <a:pt x="4548899" y="631344"/>
                  <a:pt x="4548899" y="605135"/>
                </a:cubicBezTo>
                <a:cubicBezTo>
                  <a:pt x="4548899" y="569636"/>
                  <a:pt x="4564160" y="537704"/>
                  <a:pt x="4594682" y="509339"/>
                </a:cubicBezTo>
                <a:cubicBezTo>
                  <a:pt x="4625204" y="480973"/>
                  <a:pt x="4691722" y="443235"/>
                  <a:pt x="4794237" y="396124"/>
                </a:cubicBezTo>
                <a:lnTo>
                  <a:pt x="4794237" y="349346"/>
                </a:lnTo>
                <a:cubicBezTo>
                  <a:pt x="4794237" y="314179"/>
                  <a:pt x="4792330" y="292034"/>
                  <a:pt x="4788514" y="282910"/>
                </a:cubicBezTo>
                <a:cubicBezTo>
                  <a:pt x="4784699" y="273787"/>
                  <a:pt x="4777483" y="265825"/>
                  <a:pt x="4766867" y="259024"/>
                </a:cubicBezTo>
                <a:cubicBezTo>
                  <a:pt x="4756250" y="252222"/>
                  <a:pt x="4744307" y="248822"/>
                  <a:pt x="4731036" y="248822"/>
                </a:cubicBezTo>
                <a:cubicBezTo>
                  <a:pt x="4709472" y="248822"/>
                  <a:pt x="4691722" y="253632"/>
                  <a:pt x="4677788" y="263254"/>
                </a:cubicBezTo>
                <a:cubicBezTo>
                  <a:pt x="4669163" y="269225"/>
                  <a:pt x="4664850" y="276192"/>
                  <a:pt x="4664850" y="284155"/>
                </a:cubicBezTo>
                <a:cubicBezTo>
                  <a:pt x="4664850" y="291122"/>
                  <a:pt x="4669494" y="299747"/>
                  <a:pt x="4678784" y="310032"/>
                </a:cubicBezTo>
                <a:cubicBezTo>
                  <a:pt x="4691390" y="324298"/>
                  <a:pt x="4697694" y="338066"/>
                  <a:pt x="4697694" y="351337"/>
                </a:cubicBezTo>
                <a:cubicBezTo>
                  <a:pt x="4697694" y="367593"/>
                  <a:pt x="4691639" y="381444"/>
                  <a:pt x="4679530" y="392890"/>
                </a:cubicBezTo>
                <a:cubicBezTo>
                  <a:pt x="4667421" y="404336"/>
                  <a:pt x="4651579" y="410059"/>
                  <a:pt x="4632005" y="410059"/>
                </a:cubicBezTo>
                <a:cubicBezTo>
                  <a:pt x="4611104" y="410059"/>
                  <a:pt x="4593603" y="403755"/>
                  <a:pt x="4579504" y="391148"/>
                </a:cubicBezTo>
                <a:cubicBezTo>
                  <a:pt x="4565404" y="378541"/>
                  <a:pt x="4558354" y="363778"/>
                  <a:pt x="4558354" y="346858"/>
                </a:cubicBezTo>
                <a:cubicBezTo>
                  <a:pt x="4558354" y="322971"/>
                  <a:pt x="4567809" y="300162"/>
                  <a:pt x="4586719" y="278432"/>
                </a:cubicBezTo>
                <a:cubicBezTo>
                  <a:pt x="4605630" y="256701"/>
                  <a:pt x="4632005" y="240030"/>
                  <a:pt x="4665845" y="228418"/>
                </a:cubicBezTo>
                <a:cubicBezTo>
                  <a:pt x="4699685" y="216807"/>
                  <a:pt x="4734852" y="211001"/>
                  <a:pt x="4771345" y="211001"/>
                </a:cubicBezTo>
                <a:close/>
                <a:moveTo>
                  <a:pt x="4138328" y="211001"/>
                </a:moveTo>
                <a:lnTo>
                  <a:pt x="4157239" y="211001"/>
                </a:lnTo>
                <a:cubicBezTo>
                  <a:pt x="4162879" y="224271"/>
                  <a:pt x="4169846" y="230907"/>
                  <a:pt x="4178140" y="230907"/>
                </a:cubicBezTo>
                <a:cubicBezTo>
                  <a:pt x="4181458" y="230907"/>
                  <a:pt x="4189586" y="229248"/>
                  <a:pt x="4202524" y="225930"/>
                </a:cubicBezTo>
                <a:cubicBezTo>
                  <a:pt x="4238686" y="215977"/>
                  <a:pt x="4270204" y="211001"/>
                  <a:pt x="4297076" y="211001"/>
                </a:cubicBezTo>
                <a:cubicBezTo>
                  <a:pt x="4342528" y="211001"/>
                  <a:pt x="4379603" y="221451"/>
                  <a:pt x="4408300" y="242353"/>
                </a:cubicBezTo>
                <a:cubicBezTo>
                  <a:pt x="4436998" y="263254"/>
                  <a:pt x="4451346" y="291453"/>
                  <a:pt x="4451346" y="326952"/>
                </a:cubicBezTo>
                <a:cubicBezTo>
                  <a:pt x="4451346" y="383683"/>
                  <a:pt x="4414853" y="421339"/>
                  <a:pt x="4341864" y="439917"/>
                </a:cubicBezTo>
                <a:cubicBezTo>
                  <a:pt x="4399591" y="454515"/>
                  <a:pt x="4436251" y="473176"/>
                  <a:pt x="4451844" y="495902"/>
                </a:cubicBezTo>
                <a:cubicBezTo>
                  <a:pt x="4467437" y="518628"/>
                  <a:pt x="4475233" y="542432"/>
                  <a:pt x="4475233" y="567314"/>
                </a:cubicBezTo>
                <a:cubicBezTo>
                  <a:pt x="4475233" y="605799"/>
                  <a:pt x="4458978" y="638228"/>
                  <a:pt x="4426464" y="664603"/>
                </a:cubicBezTo>
                <a:cubicBezTo>
                  <a:pt x="4393952" y="690979"/>
                  <a:pt x="4347338" y="704166"/>
                  <a:pt x="4286626" y="704166"/>
                </a:cubicBezTo>
                <a:cubicBezTo>
                  <a:pt x="4203686" y="704166"/>
                  <a:pt x="4143802" y="671985"/>
                  <a:pt x="4106976" y="607623"/>
                </a:cubicBezTo>
                <a:lnTo>
                  <a:pt x="4122404" y="598666"/>
                </a:lnTo>
                <a:cubicBezTo>
                  <a:pt x="4160557" y="636155"/>
                  <a:pt x="4199373" y="654899"/>
                  <a:pt x="4238853" y="654899"/>
                </a:cubicBezTo>
                <a:cubicBezTo>
                  <a:pt x="4268379" y="654899"/>
                  <a:pt x="4291934" y="645859"/>
                  <a:pt x="4309518" y="627778"/>
                </a:cubicBezTo>
                <a:cubicBezTo>
                  <a:pt x="4327101" y="609697"/>
                  <a:pt x="4335893" y="585395"/>
                  <a:pt x="4335893" y="554873"/>
                </a:cubicBezTo>
                <a:cubicBezTo>
                  <a:pt x="4335893" y="497146"/>
                  <a:pt x="4301555" y="466292"/>
                  <a:pt x="4232881" y="462311"/>
                </a:cubicBezTo>
                <a:lnTo>
                  <a:pt x="4232881" y="430960"/>
                </a:lnTo>
                <a:cubicBezTo>
                  <a:pt x="4292930" y="430960"/>
                  <a:pt x="4322954" y="400272"/>
                  <a:pt x="4322954" y="338895"/>
                </a:cubicBezTo>
                <a:cubicBezTo>
                  <a:pt x="4322954" y="310364"/>
                  <a:pt x="4316070" y="287804"/>
                  <a:pt x="4302302" y="271216"/>
                </a:cubicBezTo>
                <a:cubicBezTo>
                  <a:pt x="4288534" y="254628"/>
                  <a:pt x="4269872" y="246334"/>
                  <a:pt x="4246317" y="246334"/>
                </a:cubicBezTo>
                <a:cubicBezTo>
                  <a:pt x="4196221" y="246334"/>
                  <a:pt x="4164206" y="282993"/>
                  <a:pt x="4150272" y="356313"/>
                </a:cubicBezTo>
                <a:lnTo>
                  <a:pt x="4131361" y="356313"/>
                </a:lnTo>
                <a:close/>
                <a:moveTo>
                  <a:pt x="3604389" y="211001"/>
                </a:moveTo>
                <a:cubicBezTo>
                  <a:pt x="3644864" y="211001"/>
                  <a:pt x="3682519" y="221451"/>
                  <a:pt x="3717354" y="242353"/>
                </a:cubicBezTo>
                <a:cubicBezTo>
                  <a:pt x="3752189" y="263254"/>
                  <a:pt x="3778647" y="292946"/>
                  <a:pt x="3796729" y="331431"/>
                </a:cubicBezTo>
                <a:cubicBezTo>
                  <a:pt x="3814809" y="369915"/>
                  <a:pt x="3823850" y="412049"/>
                  <a:pt x="3823850" y="457832"/>
                </a:cubicBezTo>
                <a:cubicBezTo>
                  <a:pt x="3823850" y="523853"/>
                  <a:pt x="3807096" y="579092"/>
                  <a:pt x="3773588" y="623548"/>
                </a:cubicBezTo>
                <a:cubicBezTo>
                  <a:pt x="3733112" y="677293"/>
                  <a:pt x="3677210" y="704166"/>
                  <a:pt x="3605882" y="704166"/>
                </a:cubicBezTo>
                <a:cubicBezTo>
                  <a:pt x="3535880" y="704166"/>
                  <a:pt x="3481968" y="679616"/>
                  <a:pt x="3444147" y="630515"/>
                </a:cubicBezTo>
                <a:cubicBezTo>
                  <a:pt x="3406326" y="581414"/>
                  <a:pt x="3387416" y="524517"/>
                  <a:pt x="3387416" y="459823"/>
                </a:cubicBezTo>
                <a:cubicBezTo>
                  <a:pt x="3387416" y="393139"/>
                  <a:pt x="3406741" y="334997"/>
                  <a:pt x="3445392" y="285399"/>
                </a:cubicBezTo>
                <a:cubicBezTo>
                  <a:pt x="3484042" y="235800"/>
                  <a:pt x="3537041" y="211001"/>
                  <a:pt x="3604389" y="211001"/>
                </a:cubicBezTo>
                <a:close/>
                <a:moveTo>
                  <a:pt x="2056293" y="211001"/>
                </a:moveTo>
                <a:cubicBezTo>
                  <a:pt x="2104398" y="211001"/>
                  <a:pt x="2142634" y="223110"/>
                  <a:pt x="2170999" y="247329"/>
                </a:cubicBezTo>
                <a:cubicBezTo>
                  <a:pt x="2199365" y="271548"/>
                  <a:pt x="2213548" y="298586"/>
                  <a:pt x="2213548" y="328445"/>
                </a:cubicBezTo>
                <a:cubicBezTo>
                  <a:pt x="2213548" y="347355"/>
                  <a:pt x="2207825" y="362451"/>
                  <a:pt x="2196379" y="373731"/>
                </a:cubicBezTo>
                <a:cubicBezTo>
                  <a:pt x="2184934" y="385010"/>
                  <a:pt x="2169921" y="390650"/>
                  <a:pt x="2151343" y="390650"/>
                </a:cubicBezTo>
                <a:cubicBezTo>
                  <a:pt x="2131769" y="390650"/>
                  <a:pt x="2115595" y="384181"/>
                  <a:pt x="2102822" y="371242"/>
                </a:cubicBezTo>
                <a:cubicBezTo>
                  <a:pt x="2090049" y="358304"/>
                  <a:pt x="2082170" y="335246"/>
                  <a:pt x="2079184" y="302070"/>
                </a:cubicBezTo>
                <a:cubicBezTo>
                  <a:pt x="2077194" y="281169"/>
                  <a:pt x="2072383" y="266571"/>
                  <a:pt x="2064753" y="258277"/>
                </a:cubicBezTo>
                <a:cubicBezTo>
                  <a:pt x="2057122" y="249983"/>
                  <a:pt x="2048165" y="245836"/>
                  <a:pt x="2037880" y="245836"/>
                </a:cubicBezTo>
                <a:cubicBezTo>
                  <a:pt x="2021955" y="245836"/>
                  <a:pt x="2008353" y="254296"/>
                  <a:pt x="1997073" y="271216"/>
                </a:cubicBezTo>
                <a:cubicBezTo>
                  <a:pt x="1979821" y="296762"/>
                  <a:pt x="1971196" y="335910"/>
                  <a:pt x="1971196" y="388660"/>
                </a:cubicBezTo>
                <a:cubicBezTo>
                  <a:pt x="1971196" y="432453"/>
                  <a:pt x="1978163" y="474338"/>
                  <a:pt x="1992097" y="514315"/>
                </a:cubicBezTo>
                <a:cubicBezTo>
                  <a:pt x="2006031" y="554292"/>
                  <a:pt x="2025107" y="584068"/>
                  <a:pt x="2049326" y="603642"/>
                </a:cubicBezTo>
                <a:cubicBezTo>
                  <a:pt x="2067572" y="617908"/>
                  <a:pt x="2089137" y="625041"/>
                  <a:pt x="2114019" y="625041"/>
                </a:cubicBezTo>
                <a:cubicBezTo>
                  <a:pt x="2130276" y="625041"/>
                  <a:pt x="2145703" y="621226"/>
                  <a:pt x="2160300" y="613595"/>
                </a:cubicBezTo>
                <a:cubicBezTo>
                  <a:pt x="2174898" y="605964"/>
                  <a:pt x="2192149" y="591533"/>
                  <a:pt x="2212055" y="570300"/>
                </a:cubicBezTo>
                <a:lnTo>
                  <a:pt x="2227482" y="582243"/>
                </a:lnTo>
                <a:cubicBezTo>
                  <a:pt x="2205586" y="623382"/>
                  <a:pt x="2178298" y="653987"/>
                  <a:pt x="2145620" y="674059"/>
                </a:cubicBezTo>
                <a:cubicBezTo>
                  <a:pt x="2112941" y="694130"/>
                  <a:pt x="2078189" y="704166"/>
                  <a:pt x="2041363" y="704166"/>
                </a:cubicBezTo>
                <a:cubicBezTo>
                  <a:pt x="1979324" y="704166"/>
                  <a:pt x="1929725" y="680777"/>
                  <a:pt x="1892568" y="633998"/>
                </a:cubicBezTo>
                <a:cubicBezTo>
                  <a:pt x="1855410" y="587220"/>
                  <a:pt x="1836832" y="530986"/>
                  <a:pt x="1836832" y="465297"/>
                </a:cubicBezTo>
                <a:cubicBezTo>
                  <a:pt x="1836832" y="401930"/>
                  <a:pt x="1853752" y="346194"/>
                  <a:pt x="1887591" y="298089"/>
                </a:cubicBezTo>
                <a:cubicBezTo>
                  <a:pt x="1928398" y="240030"/>
                  <a:pt x="1984632" y="211001"/>
                  <a:pt x="2056293" y="211001"/>
                </a:cubicBezTo>
                <a:close/>
                <a:moveTo>
                  <a:pt x="1551896" y="211001"/>
                </a:moveTo>
                <a:cubicBezTo>
                  <a:pt x="1596020" y="211001"/>
                  <a:pt x="1630938" y="220373"/>
                  <a:pt x="1656650" y="239118"/>
                </a:cubicBezTo>
                <a:cubicBezTo>
                  <a:pt x="1682361" y="257862"/>
                  <a:pt x="1699032" y="278183"/>
                  <a:pt x="1706663" y="300079"/>
                </a:cubicBezTo>
                <a:cubicBezTo>
                  <a:pt x="1711308" y="314013"/>
                  <a:pt x="1713630" y="346028"/>
                  <a:pt x="1713630" y="396124"/>
                </a:cubicBezTo>
                <a:lnTo>
                  <a:pt x="1713630" y="576769"/>
                </a:lnTo>
                <a:cubicBezTo>
                  <a:pt x="1713630" y="598002"/>
                  <a:pt x="1714459" y="611356"/>
                  <a:pt x="1716118" y="616830"/>
                </a:cubicBezTo>
                <a:cubicBezTo>
                  <a:pt x="1717777" y="622304"/>
                  <a:pt x="1720265" y="626368"/>
                  <a:pt x="1723583" y="629022"/>
                </a:cubicBezTo>
                <a:cubicBezTo>
                  <a:pt x="1726900" y="631676"/>
                  <a:pt x="1730716" y="633003"/>
                  <a:pt x="1735028" y="633003"/>
                </a:cubicBezTo>
                <a:cubicBezTo>
                  <a:pt x="1743654" y="633003"/>
                  <a:pt x="1752446" y="626866"/>
                  <a:pt x="1761404" y="614590"/>
                </a:cubicBezTo>
                <a:lnTo>
                  <a:pt x="1776333" y="626534"/>
                </a:lnTo>
                <a:cubicBezTo>
                  <a:pt x="1759745" y="651084"/>
                  <a:pt x="1742576" y="668916"/>
                  <a:pt x="1724827" y="680030"/>
                </a:cubicBezTo>
                <a:cubicBezTo>
                  <a:pt x="1707078" y="691145"/>
                  <a:pt x="1686923" y="696702"/>
                  <a:pt x="1664363" y="696702"/>
                </a:cubicBezTo>
                <a:cubicBezTo>
                  <a:pt x="1637822" y="696702"/>
                  <a:pt x="1617087" y="690481"/>
                  <a:pt x="1602158" y="678040"/>
                </a:cubicBezTo>
                <a:cubicBezTo>
                  <a:pt x="1587228" y="665599"/>
                  <a:pt x="1578105" y="646771"/>
                  <a:pt x="1574787" y="621557"/>
                </a:cubicBezTo>
                <a:cubicBezTo>
                  <a:pt x="1518056" y="671653"/>
                  <a:pt x="1467130" y="696702"/>
                  <a:pt x="1422011" y="696702"/>
                </a:cubicBezTo>
                <a:cubicBezTo>
                  <a:pt x="1395469" y="696702"/>
                  <a:pt x="1373407" y="687993"/>
                  <a:pt x="1355824" y="670575"/>
                </a:cubicBezTo>
                <a:cubicBezTo>
                  <a:pt x="1338240" y="653158"/>
                  <a:pt x="1329449" y="631344"/>
                  <a:pt x="1329449" y="605135"/>
                </a:cubicBezTo>
                <a:cubicBezTo>
                  <a:pt x="1329449" y="569636"/>
                  <a:pt x="1344710" y="537704"/>
                  <a:pt x="1375232" y="509339"/>
                </a:cubicBezTo>
                <a:cubicBezTo>
                  <a:pt x="1405754" y="480973"/>
                  <a:pt x="1472273" y="443235"/>
                  <a:pt x="1574787" y="396124"/>
                </a:cubicBezTo>
                <a:lnTo>
                  <a:pt x="1574787" y="349346"/>
                </a:lnTo>
                <a:cubicBezTo>
                  <a:pt x="1574787" y="314179"/>
                  <a:pt x="1572880" y="292034"/>
                  <a:pt x="1569064" y="282910"/>
                </a:cubicBezTo>
                <a:cubicBezTo>
                  <a:pt x="1565249" y="273787"/>
                  <a:pt x="1558033" y="265825"/>
                  <a:pt x="1547417" y="259024"/>
                </a:cubicBezTo>
                <a:cubicBezTo>
                  <a:pt x="1536800" y="252222"/>
                  <a:pt x="1524857" y="248822"/>
                  <a:pt x="1511586" y="248822"/>
                </a:cubicBezTo>
                <a:cubicBezTo>
                  <a:pt x="1490022" y="248822"/>
                  <a:pt x="1472273" y="253632"/>
                  <a:pt x="1458339" y="263254"/>
                </a:cubicBezTo>
                <a:cubicBezTo>
                  <a:pt x="1449712" y="269225"/>
                  <a:pt x="1445400" y="276192"/>
                  <a:pt x="1445400" y="284155"/>
                </a:cubicBezTo>
                <a:cubicBezTo>
                  <a:pt x="1445400" y="291122"/>
                  <a:pt x="1450044" y="299747"/>
                  <a:pt x="1459334" y="310032"/>
                </a:cubicBezTo>
                <a:cubicBezTo>
                  <a:pt x="1471941" y="324298"/>
                  <a:pt x="1478244" y="338066"/>
                  <a:pt x="1478244" y="351337"/>
                </a:cubicBezTo>
                <a:cubicBezTo>
                  <a:pt x="1478244" y="367593"/>
                  <a:pt x="1472189" y="381444"/>
                  <a:pt x="1460080" y="392890"/>
                </a:cubicBezTo>
                <a:cubicBezTo>
                  <a:pt x="1447971" y="404336"/>
                  <a:pt x="1432129" y="410059"/>
                  <a:pt x="1412555" y="410059"/>
                </a:cubicBezTo>
                <a:cubicBezTo>
                  <a:pt x="1391654" y="410059"/>
                  <a:pt x="1374154" y="403755"/>
                  <a:pt x="1360054" y="391148"/>
                </a:cubicBezTo>
                <a:cubicBezTo>
                  <a:pt x="1345954" y="378541"/>
                  <a:pt x="1338904" y="363778"/>
                  <a:pt x="1338904" y="346858"/>
                </a:cubicBezTo>
                <a:cubicBezTo>
                  <a:pt x="1338904" y="322971"/>
                  <a:pt x="1348359" y="300162"/>
                  <a:pt x="1367270" y="278432"/>
                </a:cubicBezTo>
                <a:cubicBezTo>
                  <a:pt x="1386180" y="256701"/>
                  <a:pt x="1412555" y="240030"/>
                  <a:pt x="1446395" y="228418"/>
                </a:cubicBezTo>
                <a:cubicBezTo>
                  <a:pt x="1480235" y="216807"/>
                  <a:pt x="1515402" y="211001"/>
                  <a:pt x="1551896" y="211001"/>
                </a:cubicBezTo>
                <a:close/>
                <a:moveTo>
                  <a:pt x="9997287" y="0"/>
                </a:moveTo>
                <a:cubicBezTo>
                  <a:pt x="10021174" y="0"/>
                  <a:pt x="10040996" y="7879"/>
                  <a:pt x="10056755" y="23638"/>
                </a:cubicBezTo>
                <a:cubicBezTo>
                  <a:pt x="10072513" y="39397"/>
                  <a:pt x="10080393" y="59385"/>
                  <a:pt x="10080393" y="83604"/>
                </a:cubicBezTo>
                <a:cubicBezTo>
                  <a:pt x="10080393" y="108818"/>
                  <a:pt x="10072098" y="155928"/>
                  <a:pt x="10055511" y="224935"/>
                </a:cubicBezTo>
                <a:lnTo>
                  <a:pt x="10029136" y="333421"/>
                </a:lnTo>
                <a:cubicBezTo>
                  <a:pt x="10019846" y="371906"/>
                  <a:pt x="10013045" y="417689"/>
                  <a:pt x="10008732" y="470771"/>
                </a:cubicBezTo>
                <a:lnTo>
                  <a:pt x="9986836" y="470771"/>
                </a:lnTo>
                <a:cubicBezTo>
                  <a:pt x="9984513" y="432950"/>
                  <a:pt x="9976883" y="387167"/>
                  <a:pt x="9963945" y="333421"/>
                </a:cubicBezTo>
                <a:lnTo>
                  <a:pt x="9938067" y="224935"/>
                </a:lnTo>
                <a:cubicBezTo>
                  <a:pt x="9922474" y="159910"/>
                  <a:pt x="9914678" y="113297"/>
                  <a:pt x="9914678" y="85097"/>
                </a:cubicBezTo>
                <a:cubicBezTo>
                  <a:pt x="9914678" y="59551"/>
                  <a:pt x="9922308" y="38982"/>
                  <a:pt x="9937569" y="23389"/>
                </a:cubicBezTo>
                <a:cubicBezTo>
                  <a:pt x="9952830" y="7796"/>
                  <a:pt x="9972736" y="0"/>
                  <a:pt x="9997287" y="0"/>
                </a:cubicBezTo>
                <a:close/>
                <a:moveTo>
                  <a:pt x="3284120" y="0"/>
                </a:moveTo>
                <a:lnTo>
                  <a:pt x="3301040" y="0"/>
                </a:lnTo>
                <a:cubicBezTo>
                  <a:pt x="3297722" y="24882"/>
                  <a:pt x="3282710" y="53911"/>
                  <a:pt x="3256003" y="87088"/>
                </a:cubicBezTo>
                <a:cubicBezTo>
                  <a:pt x="3229296" y="120264"/>
                  <a:pt x="3192387" y="136852"/>
                  <a:pt x="3145278" y="136852"/>
                </a:cubicBezTo>
                <a:cubicBezTo>
                  <a:pt x="3138311" y="136852"/>
                  <a:pt x="3127031" y="136188"/>
                  <a:pt x="3111438" y="134861"/>
                </a:cubicBezTo>
                <a:cubicBezTo>
                  <a:pt x="3097504" y="133866"/>
                  <a:pt x="3086722" y="133368"/>
                  <a:pt x="3079091" y="133368"/>
                </a:cubicBezTo>
                <a:cubicBezTo>
                  <a:pt x="3036957" y="133368"/>
                  <a:pt x="2999799" y="148878"/>
                  <a:pt x="2967618" y="179898"/>
                </a:cubicBezTo>
                <a:cubicBezTo>
                  <a:pt x="2935438" y="210918"/>
                  <a:pt x="2916859" y="261927"/>
                  <a:pt x="2911883" y="332924"/>
                </a:cubicBezTo>
                <a:cubicBezTo>
                  <a:pt x="2954679" y="251642"/>
                  <a:pt x="3014065" y="211001"/>
                  <a:pt x="3090039" y="211001"/>
                </a:cubicBezTo>
                <a:cubicBezTo>
                  <a:pt x="3151083" y="211001"/>
                  <a:pt x="3202838" y="233478"/>
                  <a:pt x="3245304" y="278432"/>
                </a:cubicBezTo>
                <a:cubicBezTo>
                  <a:pt x="3287769" y="323386"/>
                  <a:pt x="3309002" y="383352"/>
                  <a:pt x="3309002" y="458330"/>
                </a:cubicBezTo>
                <a:cubicBezTo>
                  <a:pt x="3309002" y="525678"/>
                  <a:pt x="3290341" y="583487"/>
                  <a:pt x="3253018" y="631759"/>
                </a:cubicBezTo>
                <a:cubicBezTo>
                  <a:pt x="3215694" y="680030"/>
                  <a:pt x="3161866" y="704166"/>
                  <a:pt x="3091532" y="704166"/>
                </a:cubicBezTo>
                <a:cubicBezTo>
                  <a:pt x="3023189" y="704166"/>
                  <a:pt x="2969609" y="680030"/>
                  <a:pt x="2930793" y="631759"/>
                </a:cubicBezTo>
                <a:cubicBezTo>
                  <a:pt x="2891977" y="583487"/>
                  <a:pt x="2872569" y="509587"/>
                  <a:pt x="2872569" y="410059"/>
                </a:cubicBezTo>
                <a:cubicBezTo>
                  <a:pt x="2872569" y="333090"/>
                  <a:pt x="2883185" y="262009"/>
                  <a:pt x="2904418" y="196818"/>
                </a:cubicBezTo>
                <a:cubicBezTo>
                  <a:pt x="2925650" y="131627"/>
                  <a:pt x="2954929" y="84599"/>
                  <a:pt x="2992252" y="55736"/>
                </a:cubicBezTo>
                <a:cubicBezTo>
                  <a:pt x="3029575" y="26873"/>
                  <a:pt x="3085560" y="12441"/>
                  <a:pt x="3160207" y="12441"/>
                </a:cubicBezTo>
                <a:cubicBezTo>
                  <a:pt x="3168833" y="12441"/>
                  <a:pt x="3179117" y="12773"/>
                  <a:pt x="3191060" y="13436"/>
                </a:cubicBezTo>
                <a:cubicBezTo>
                  <a:pt x="3205990" y="14431"/>
                  <a:pt x="3216606" y="14929"/>
                  <a:pt x="3222910" y="14929"/>
                </a:cubicBezTo>
                <a:cubicBezTo>
                  <a:pt x="3242152" y="14929"/>
                  <a:pt x="3262555" y="9953"/>
                  <a:pt x="3284120" y="0"/>
                </a:cubicBezTo>
                <a:close/>
                <a:moveTo>
                  <a:pt x="369251" y="0"/>
                </a:moveTo>
                <a:cubicBezTo>
                  <a:pt x="416694" y="0"/>
                  <a:pt x="466790" y="10284"/>
                  <a:pt x="519540" y="30854"/>
                </a:cubicBezTo>
                <a:cubicBezTo>
                  <a:pt x="550062" y="42797"/>
                  <a:pt x="569470" y="48769"/>
                  <a:pt x="577764" y="48769"/>
                </a:cubicBezTo>
                <a:cubicBezTo>
                  <a:pt x="588381" y="48769"/>
                  <a:pt x="597587" y="44871"/>
                  <a:pt x="605384" y="37074"/>
                </a:cubicBezTo>
                <a:cubicBezTo>
                  <a:pt x="613180" y="29278"/>
                  <a:pt x="618239" y="16920"/>
                  <a:pt x="620562" y="0"/>
                </a:cubicBezTo>
                <a:lnTo>
                  <a:pt x="639970" y="0"/>
                </a:lnTo>
                <a:lnTo>
                  <a:pt x="639970" y="233893"/>
                </a:lnTo>
                <a:lnTo>
                  <a:pt x="620562" y="233893"/>
                </a:lnTo>
                <a:cubicBezTo>
                  <a:pt x="605964" y="172848"/>
                  <a:pt x="578760" y="126070"/>
                  <a:pt x="538948" y="93557"/>
                </a:cubicBezTo>
                <a:cubicBezTo>
                  <a:pt x="499137" y="61044"/>
                  <a:pt x="454017" y="44788"/>
                  <a:pt x="403589" y="44788"/>
                </a:cubicBezTo>
                <a:cubicBezTo>
                  <a:pt x="361455" y="44788"/>
                  <a:pt x="322805" y="56897"/>
                  <a:pt x="287638" y="81116"/>
                </a:cubicBezTo>
                <a:cubicBezTo>
                  <a:pt x="252471" y="105334"/>
                  <a:pt x="226759" y="137018"/>
                  <a:pt x="210503" y="176166"/>
                </a:cubicBezTo>
                <a:cubicBezTo>
                  <a:pt x="189602" y="226262"/>
                  <a:pt x="179152" y="281998"/>
                  <a:pt x="179152" y="343374"/>
                </a:cubicBezTo>
                <a:cubicBezTo>
                  <a:pt x="179152" y="403755"/>
                  <a:pt x="186782" y="458745"/>
                  <a:pt x="202043" y="508343"/>
                </a:cubicBezTo>
                <a:cubicBezTo>
                  <a:pt x="217304" y="557942"/>
                  <a:pt x="241191" y="595431"/>
                  <a:pt x="273704" y="620811"/>
                </a:cubicBezTo>
                <a:cubicBezTo>
                  <a:pt x="306216" y="646191"/>
                  <a:pt x="348351" y="658881"/>
                  <a:pt x="400105" y="658881"/>
                </a:cubicBezTo>
                <a:cubicBezTo>
                  <a:pt x="442571" y="658881"/>
                  <a:pt x="481470" y="649591"/>
                  <a:pt x="516803" y="631012"/>
                </a:cubicBezTo>
                <a:cubicBezTo>
                  <a:pt x="552135" y="612434"/>
                  <a:pt x="589376" y="580419"/>
                  <a:pt x="628524" y="534967"/>
                </a:cubicBezTo>
                <a:lnTo>
                  <a:pt x="628524" y="593192"/>
                </a:lnTo>
                <a:cubicBezTo>
                  <a:pt x="590703" y="632671"/>
                  <a:pt x="551306" y="661286"/>
                  <a:pt x="510334" y="679035"/>
                </a:cubicBezTo>
                <a:cubicBezTo>
                  <a:pt x="469361" y="696784"/>
                  <a:pt x="421504" y="705659"/>
                  <a:pt x="366763" y="705659"/>
                </a:cubicBezTo>
                <a:cubicBezTo>
                  <a:pt x="294771" y="705659"/>
                  <a:pt x="230824" y="691227"/>
                  <a:pt x="174921" y="662364"/>
                </a:cubicBezTo>
                <a:cubicBezTo>
                  <a:pt x="119019" y="633501"/>
                  <a:pt x="75890" y="592030"/>
                  <a:pt x="45534" y="537953"/>
                </a:cubicBezTo>
                <a:cubicBezTo>
                  <a:pt x="15178" y="483876"/>
                  <a:pt x="0" y="426315"/>
                  <a:pt x="0" y="365271"/>
                </a:cubicBezTo>
                <a:cubicBezTo>
                  <a:pt x="0" y="300909"/>
                  <a:pt x="16837" y="239864"/>
                  <a:pt x="50510" y="182138"/>
                </a:cubicBezTo>
                <a:cubicBezTo>
                  <a:pt x="84184" y="124411"/>
                  <a:pt x="129636" y="79623"/>
                  <a:pt x="186865" y="47774"/>
                </a:cubicBezTo>
                <a:cubicBezTo>
                  <a:pt x="244094" y="15924"/>
                  <a:pt x="304890" y="0"/>
                  <a:pt x="369251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68;p4"/>
          <p:cNvSpPr/>
          <p:nvPr/>
        </p:nvSpPr>
        <p:spPr>
          <a:xfrm>
            <a:off x="587520" y="6265800"/>
            <a:ext cx="7908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PT Sans"/>
                <a:ea typeface="PT Sans"/>
              </a:rPr>
              <a:t>Пивоваров М. И., гр. 6493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rp_theme_large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490AA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3977</TotalTime>
  <Application>LibreOffice/26.8.1.1$Windows_X86_64 LibreOffice_project/bf6ef2662401c7d6dce671ab4deb26ee0af3a7c1</Application>
  <AppVersion>15.0000</AppVersion>
  <Words>70</Words>
  <Paragraphs>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2020-06-05T07:04:17Z</dcterms:created>
  <dc:creator>Тимофеев Александр Викторович</dc:creator>
  <dc:description/>
  <dc:language>ru-RU</dc:language>
  <cp:lastModifiedBy/>
  <dcterms:modified xsi:type="dcterms:W3CDTF">2026-10-27T00:43:39Z</dcterms:modified>
  <cp:revision>158</cp:revision>
  <dc:subject/>
  <dc:title>РАЗРАБОТКА МНОГОЗВЕННОГО  РОБОТОТЕХНИЧЕСКОГО УСТРОЙСТВА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5</vt:i4>
  </property>
</Properties>
</file>